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0" r:id="rId1"/>
  </p:sldMasterIdLst>
  <p:sldIdLst>
    <p:sldId id="264" r:id="rId2"/>
    <p:sldId id="258" r:id="rId3"/>
    <p:sldId id="265" r:id="rId4"/>
    <p:sldId id="259" r:id="rId5"/>
    <p:sldId id="260" r:id="rId6"/>
    <p:sldId id="261" r:id="rId7"/>
    <p:sldId id="262" r:id="rId8"/>
    <p:sldId id="266" r:id="rId9"/>
    <p:sldId id="263" r:id="rId10"/>
    <p:sldId id="268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9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1536" y="1069849"/>
            <a:ext cx="9960864" cy="1470025"/>
          </a:xfrm>
        </p:spPr>
        <p:txBody>
          <a:bodyPr>
            <a:noAutofit/>
          </a:bodyPr>
          <a:lstStyle>
            <a:lvl1pPr algn="r">
              <a:defRPr sz="4800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black">
          <a:xfrm>
            <a:off x="3657600" y="384048"/>
            <a:ext cx="7924800" cy="612648"/>
          </a:xfrm>
        </p:spPr>
        <p:txBody>
          <a:bodyPr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C2D9B-DD30-4F39-A32E-41B257A350F5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2E48B-F2F3-4D8A-B3F2-AA409D7ECF7C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7" name="Group 21"/>
          <p:cNvGrpSpPr/>
          <p:nvPr/>
        </p:nvGrpSpPr>
        <p:grpSpPr bwMode="grayWhite">
          <a:xfrm rot="19693411">
            <a:off x="4446678" y="1909248"/>
            <a:ext cx="8028305" cy="4829684"/>
            <a:chOff x="1761807" y="615248"/>
            <a:chExt cx="6021229" cy="4829684"/>
          </a:xfrm>
        </p:grpSpPr>
        <p:grpSp>
          <p:nvGrpSpPr>
            <p:cNvPr id="8" name="Group 42"/>
            <p:cNvGrpSpPr/>
            <p:nvPr userDrawn="1"/>
          </p:nvGrpSpPr>
          <p:grpSpPr bwMode="grayWhite">
            <a:xfrm>
              <a:off x="1761807" y="1695712"/>
              <a:ext cx="6021229" cy="3068566"/>
              <a:chOff x="1522575" y="779540"/>
              <a:chExt cx="6021229" cy="3068566"/>
            </a:xfrm>
          </p:grpSpPr>
          <p:sp>
            <p:nvSpPr>
              <p:cNvPr id="22" name="Freeform 21"/>
              <p:cNvSpPr/>
              <p:nvPr userDrawn="1"/>
            </p:nvSpPr>
            <p:spPr bwMode="grayWhite">
              <a:xfrm>
                <a:off x="1531435" y="783084"/>
                <a:ext cx="6012369" cy="3065022"/>
              </a:xfrm>
              <a:custGeom>
                <a:avLst/>
                <a:gdLst>
                  <a:gd name="connsiteX0" fmla="*/ 7435 w 6019800"/>
                  <a:gd name="connsiteY0" fmla="*/ 2798476 h 6019800"/>
                  <a:gd name="connsiteX1" fmla="*/ 3115681 w 6019800"/>
                  <a:gd name="connsiteY1" fmla="*/ 1859 h 6019800"/>
                  <a:gd name="connsiteX2" fmla="*/ 6019800 w 6019800"/>
                  <a:gd name="connsiteY2" fmla="*/ 3009907 h 6019800"/>
                  <a:gd name="connsiteX3" fmla="*/ 3009900 w 6019800"/>
                  <a:gd name="connsiteY3" fmla="*/ 3009900 h 6019800"/>
                  <a:gd name="connsiteX4" fmla="*/ 7435 w 6019800"/>
                  <a:gd name="connsiteY4" fmla="*/ 2798476 h 6019800"/>
                  <a:gd name="connsiteX0" fmla="*/ 7435 w 6019800"/>
                  <a:gd name="connsiteY0" fmla="*/ 2798476 h 6019800"/>
                  <a:gd name="connsiteX1" fmla="*/ 3115681 w 6019800"/>
                  <a:gd name="connsiteY1" fmla="*/ 1859 h 6019800"/>
                  <a:gd name="connsiteX2" fmla="*/ 6019800 w 6019800"/>
                  <a:gd name="connsiteY2" fmla="*/ 3009907 h 6019800"/>
                  <a:gd name="connsiteX0" fmla="*/ 0 w 6012369"/>
                  <a:gd name="connsiteY0" fmla="*/ 2853591 h 3065022"/>
                  <a:gd name="connsiteX1" fmla="*/ 3108246 w 6012369"/>
                  <a:gd name="connsiteY1" fmla="*/ 56974 h 3065022"/>
                  <a:gd name="connsiteX2" fmla="*/ 6012365 w 6012369"/>
                  <a:gd name="connsiteY2" fmla="*/ 3065022 h 3065022"/>
                  <a:gd name="connsiteX3" fmla="*/ 0 w 6012369"/>
                  <a:gd name="connsiteY3" fmla="*/ 2853591 h 3065022"/>
                  <a:gd name="connsiteX0" fmla="*/ 0 w 6012369"/>
                  <a:gd name="connsiteY0" fmla="*/ 2853591 h 3065022"/>
                  <a:gd name="connsiteX1" fmla="*/ 3108246 w 6012369"/>
                  <a:gd name="connsiteY1" fmla="*/ 56974 h 3065022"/>
                  <a:gd name="connsiteX2" fmla="*/ 6012365 w 6012369"/>
                  <a:gd name="connsiteY2" fmla="*/ 3065022 h 30650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012369" h="3065022" stroke="0" extrusionOk="0">
                    <a:moveTo>
                      <a:pt x="0" y="2853591"/>
                    </a:moveTo>
                    <a:cubicBezTo>
                      <a:pt x="113874" y="1236440"/>
                      <a:pt x="1488093" y="0"/>
                      <a:pt x="3108246" y="56974"/>
                    </a:cubicBezTo>
                    <a:cubicBezTo>
                      <a:pt x="4728399" y="113948"/>
                      <a:pt x="6012369" y="1443867"/>
                      <a:pt x="6012365" y="3065022"/>
                    </a:cubicBezTo>
                    <a:lnTo>
                      <a:pt x="0" y="2853591"/>
                    </a:lnTo>
                    <a:close/>
                  </a:path>
                  <a:path w="6012369" h="3065022" fill="none">
                    <a:moveTo>
                      <a:pt x="0" y="2853591"/>
                    </a:moveTo>
                    <a:cubicBezTo>
                      <a:pt x="113874" y="1236440"/>
                      <a:pt x="1488093" y="0"/>
                      <a:pt x="3108246" y="56974"/>
                    </a:cubicBezTo>
                    <a:cubicBezTo>
                      <a:pt x="4728399" y="113948"/>
                      <a:pt x="6012369" y="1443867"/>
                      <a:pt x="6012365" y="3065022"/>
                    </a:cubicBezTo>
                  </a:path>
                </a:pathLst>
              </a:custGeom>
              <a:ln w="63500" cmpd="sng">
                <a:gradFill flip="none" rotWithShape="1">
                  <a:gsLst>
                    <a:gs pos="91000">
                      <a:srgbClr val="F8F8F8">
                        <a:alpha val="0"/>
                      </a:srgbClr>
                    </a:gs>
                    <a:gs pos="2000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47000"/>
                      </a:srgbClr>
                    </a:gs>
                    <a:gs pos="80000">
                      <a:srgbClr val="F8F8F8">
                        <a:alpha val="13000"/>
                      </a:srgbClr>
                    </a:gs>
                    <a:gs pos="100000">
                      <a:srgbClr val="DDDDDD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miter lim="800000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23" name="Freeform 22"/>
              <p:cNvSpPr/>
              <p:nvPr userDrawn="1"/>
            </p:nvSpPr>
            <p:spPr bwMode="grayWhite">
              <a:xfrm>
                <a:off x="1522575" y="779540"/>
                <a:ext cx="6012369" cy="3065022"/>
              </a:xfrm>
              <a:custGeom>
                <a:avLst/>
                <a:gdLst>
                  <a:gd name="connsiteX0" fmla="*/ 7435 w 6019800"/>
                  <a:gd name="connsiteY0" fmla="*/ 2798476 h 6019800"/>
                  <a:gd name="connsiteX1" fmla="*/ 3115681 w 6019800"/>
                  <a:gd name="connsiteY1" fmla="*/ 1859 h 6019800"/>
                  <a:gd name="connsiteX2" fmla="*/ 6019800 w 6019800"/>
                  <a:gd name="connsiteY2" fmla="*/ 3009907 h 6019800"/>
                  <a:gd name="connsiteX3" fmla="*/ 3009900 w 6019800"/>
                  <a:gd name="connsiteY3" fmla="*/ 3009900 h 6019800"/>
                  <a:gd name="connsiteX4" fmla="*/ 7435 w 6019800"/>
                  <a:gd name="connsiteY4" fmla="*/ 2798476 h 6019800"/>
                  <a:gd name="connsiteX0" fmla="*/ 7435 w 6019800"/>
                  <a:gd name="connsiteY0" fmla="*/ 2798476 h 6019800"/>
                  <a:gd name="connsiteX1" fmla="*/ 3115681 w 6019800"/>
                  <a:gd name="connsiteY1" fmla="*/ 1859 h 6019800"/>
                  <a:gd name="connsiteX2" fmla="*/ 6019800 w 6019800"/>
                  <a:gd name="connsiteY2" fmla="*/ 3009907 h 6019800"/>
                  <a:gd name="connsiteX0" fmla="*/ 0 w 6012369"/>
                  <a:gd name="connsiteY0" fmla="*/ 2853591 h 3065022"/>
                  <a:gd name="connsiteX1" fmla="*/ 3108246 w 6012369"/>
                  <a:gd name="connsiteY1" fmla="*/ 56974 h 3065022"/>
                  <a:gd name="connsiteX2" fmla="*/ 6012365 w 6012369"/>
                  <a:gd name="connsiteY2" fmla="*/ 3065022 h 3065022"/>
                  <a:gd name="connsiteX3" fmla="*/ 0 w 6012369"/>
                  <a:gd name="connsiteY3" fmla="*/ 2853591 h 3065022"/>
                  <a:gd name="connsiteX0" fmla="*/ 0 w 6012369"/>
                  <a:gd name="connsiteY0" fmla="*/ 2853591 h 3065022"/>
                  <a:gd name="connsiteX1" fmla="*/ 3108246 w 6012369"/>
                  <a:gd name="connsiteY1" fmla="*/ 56974 h 3065022"/>
                  <a:gd name="connsiteX2" fmla="*/ 6012365 w 6012369"/>
                  <a:gd name="connsiteY2" fmla="*/ 3065022 h 30650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012369" h="3065022" stroke="0" extrusionOk="0">
                    <a:moveTo>
                      <a:pt x="0" y="2853591"/>
                    </a:moveTo>
                    <a:cubicBezTo>
                      <a:pt x="113874" y="1236440"/>
                      <a:pt x="1488093" y="0"/>
                      <a:pt x="3108246" y="56974"/>
                    </a:cubicBezTo>
                    <a:cubicBezTo>
                      <a:pt x="4728399" y="113948"/>
                      <a:pt x="6012369" y="1443867"/>
                      <a:pt x="6012365" y="3065022"/>
                    </a:cubicBezTo>
                    <a:lnTo>
                      <a:pt x="0" y="2853591"/>
                    </a:lnTo>
                    <a:close/>
                  </a:path>
                  <a:path w="6012369" h="3065022" fill="none">
                    <a:moveTo>
                      <a:pt x="0" y="2853591"/>
                    </a:moveTo>
                    <a:cubicBezTo>
                      <a:pt x="113874" y="1236440"/>
                      <a:pt x="1488093" y="0"/>
                      <a:pt x="3108246" y="56974"/>
                    </a:cubicBezTo>
                    <a:cubicBezTo>
                      <a:pt x="4728399" y="113948"/>
                      <a:pt x="6012369" y="1443867"/>
                      <a:pt x="6012365" y="3065022"/>
                    </a:cubicBezTo>
                  </a:path>
                </a:pathLst>
              </a:custGeom>
              <a:ln w="25400">
                <a:gradFill flip="none" rotWithShape="1">
                  <a:gsLst>
                    <a:gs pos="84000">
                      <a:srgbClr val="F8F8F8">
                        <a:alpha val="0"/>
                      </a:srgbClr>
                    </a:gs>
                    <a:gs pos="41000">
                      <a:srgbClr val="F8F8F8">
                        <a:alpha val="44000"/>
                      </a:srgbClr>
                    </a:gs>
                    <a:gs pos="88000">
                      <a:srgbClr val="F8F8F8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cxnSp>
          <p:nvCxnSpPr>
            <p:cNvPr id="9" name="Straight Connector 8"/>
            <p:cNvCxnSpPr/>
            <p:nvPr userDrawn="1"/>
          </p:nvCxnSpPr>
          <p:spPr bwMode="grayWhite">
            <a:xfrm rot="18120000" flipH="1">
              <a:off x="2718288" y="2106345"/>
              <a:ext cx="3999708" cy="2492654"/>
            </a:xfrm>
            <a:prstGeom prst="line">
              <a:avLst/>
            </a:prstGeom>
            <a:ln w="50800">
              <a:gradFill flip="none" rotWithShape="1">
                <a:gsLst>
                  <a:gs pos="10000">
                    <a:srgbClr val="FFFFFF">
                      <a:alpha val="0"/>
                    </a:srgbClr>
                  </a:gs>
                  <a:gs pos="50000">
                    <a:srgbClr val="F8F8F8">
                      <a:alpha val="60000"/>
                    </a:srgbClr>
                  </a:gs>
                  <a:gs pos="90000">
                    <a:srgbClr val="DDDDDD">
                      <a:alpha val="0"/>
                    </a:srgbClr>
                  </a:gs>
                </a:gsLst>
                <a:lin ang="2700000" scaled="1"/>
                <a:tileRect/>
              </a:gradFill>
              <a:miter lim="800000"/>
            </a:ln>
            <a:effectLst>
              <a:glow rad="63500">
                <a:srgbClr val="FFFFFF">
                  <a:alpha val="3922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Group 38"/>
            <p:cNvGrpSpPr/>
            <p:nvPr userDrawn="1"/>
          </p:nvGrpSpPr>
          <p:grpSpPr bwMode="grayWhite">
            <a:xfrm>
              <a:off x="3730877" y="1536192"/>
              <a:ext cx="2721357" cy="3879656"/>
              <a:chOff x="3730877" y="1536192"/>
              <a:chExt cx="2721357" cy="3879656"/>
            </a:xfrm>
          </p:grpSpPr>
          <p:sp>
            <p:nvSpPr>
              <p:cNvPr id="20" name="Freeform 19"/>
              <p:cNvSpPr/>
              <p:nvPr userDrawn="1"/>
            </p:nvSpPr>
            <p:spPr bwMode="grayWhite">
              <a:xfrm>
                <a:off x="4388453" y="1629422"/>
                <a:ext cx="2059093" cy="3405426"/>
              </a:xfrm>
              <a:custGeom>
                <a:avLst/>
                <a:gdLst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2" fmla="*/ 2990088 w 5980176"/>
                  <a:gd name="connsiteY2" fmla="*/ 3023616 h 6047232"/>
                  <a:gd name="connsiteX3" fmla="*/ 3722577 w 5980176"/>
                  <a:gd name="connsiteY3" fmla="*/ 92129 h 6047232"/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0" fmla="*/ 0 w 2374787"/>
                  <a:gd name="connsiteY0" fmla="*/ 0 h 3196607"/>
                  <a:gd name="connsiteX1" fmla="*/ 2246083 w 2374787"/>
                  <a:gd name="connsiteY1" fmla="*/ 3196607 h 3196607"/>
                  <a:gd name="connsiteX2" fmla="*/ 0 w 2374787"/>
                  <a:gd name="connsiteY2" fmla="*/ 0 h 3196607"/>
                  <a:gd name="connsiteX0" fmla="*/ 0 w 2374787"/>
                  <a:gd name="connsiteY0" fmla="*/ 0 h 3196607"/>
                  <a:gd name="connsiteX1" fmla="*/ 2246083 w 2374787"/>
                  <a:gd name="connsiteY1" fmla="*/ 3196607 h 31966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374787" h="3196607" stroke="0" extrusionOk="0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  <a:lnTo>
                      <a:pt x="0" y="0"/>
                    </a:lnTo>
                    <a:close/>
                  </a:path>
                  <a:path w="2374787" h="3196607" fill="none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</a:path>
                </a:pathLst>
              </a:custGeom>
              <a:ln w="63500" cmpd="sng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2000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52000"/>
                      </a:srgbClr>
                    </a:gs>
                    <a:gs pos="80000">
                      <a:srgbClr val="F8F8F8">
                        <a:alpha val="13000"/>
                      </a:srgbClr>
                    </a:gs>
                    <a:gs pos="100000">
                      <a:srgbClr val="DDDDDD">
                        <a:alpha val="0"/>
                      </a:srgbClr>
                    </a:gs>
                  </a:gsLst>
                  <a:lin ang="2700000" scaled="1"/>
                  <a:tileRect/>
                </a:gradFill>
                <a:miter lim="800000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1" name="Freeform 20"/>
              <p:cNvSpPr/>
              <p:nvPr userDrawn="1"/>
            </p:nvSpPr>
            <p:spPr bwMode="grayWhite">
              <a:xfrm>
                <a:off x="3730877" y="1536192"/>
                <a:ext cx="2721357" cy="3879656"/>
              </a:xfrm>
              <a:custGeom>
                <a:avLst/>
                <a:gdLst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3" fmla="*/ 3009900 w 6019800"/>
                  <a:gd name="connsiteY3" fmla="*/ 3009900 h 6019800"/>
                  <a:gd name="connsiteX4" fmla="*/ 3009904 w 6019800"/>
                  <a:gd name="connsiteY4" fmla="*/ 0 h 6019800"/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0" fmla="*/ 1 w 3138588"/>
                  <a:gd name="connsiteY0" fmla="*/ 0 h 3682514"/>
                  <a:gd name="connsiteX1" fmla="*/ 2354144 w 3138588"/>
                  <a:gd name="connsiteY1" fmla="*/ 1134402 h 3682514"/>
                  <a:gd name="connsiteX2" fmla="*/ 2933782 w 3138588"/>
                  <a:gd name="connsiteY2" fmla="*/ 3682514 h 3682514"/>
                  <a:gd name="connsiteX3" fmla="*/ 1 w 3138588"/>
                  <a:gd name="connsiteY3" fmla="*/ 0 h 3682514"/>
                  <a:gd name="connsiteX0" fmla="*/ 1 w 3138588"/>
                  <a:gd name="connsiteY0" fmla="*/ 0 h 3682514"/>
                  <a:gd name="connsiteX1" fmla="*/ 2354144 w 3138588"/>
                  <a:gd name="connsiteY1" fmla="*/ 1134402 h 3682514"/>
                  <a:gd name="connsiteX2" fmla="*/ 2933782 w 3138588"/>
                  <a:gd name="connsiteY2" fmla="*/ 3682514 h 36825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38588" h="3682514" stroke="0" extrusionOk="0">
                    <a:moveTo>
                      <a:pt x="1" y="0"/>
                    </a:moveTo>
                    <a:cubicBezTo>
                      <a:pt x="916499" y="1"/>
                      <a:pt x="1783065" y="417577"/>
                      <a:pt x="2354144" y="1134402"/>
                    </a:cubicBezTo>
                    <a:cubicBezTo>
                      <a:pt x="2925223" y="1851227"/>
                      <a:pt x="3138589" y="2789193"/>
                      <a:pt x="2933782" y="3682514"/>
                    </a:cubicBezTo>
                    <a:lnTo>
                      <a:pt x="1" y="0"/>
                    </a:lnTo>
                    <a:close/>
                  </a:path>
                  <a:path w="3138588" h="3682514" fill="none">
                    <a:moveTo>
                      <a:pt x="1" y="0"/>
                    </a:moveTo>
                    <a:cubicBezTo>
                      <a:pt x="916499" y="1"/>
                      <a:pt x="1783065" y="417577"/>
                      <a:pt x="2354144" y="1134402"/>
                    </a:cubicBezTo>
                    <a:cubicBezTo>
                      <a:pt x="2925223" y="1851227"/>
                      <a:pt x="3138589" y="2789193"/>
                      <a:pt x="2933782" y="3682514"/>
                    </a:cubicBezTo>
                  </a:path>
                </a:pathLst>
              </a:custGeom>
              <a:ln w="25400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55000"/>
                      </a:srgbClr>
                    </a:gs>
                    <a:gs pos="100000">
                      <a:srgbClr val="F8F8F8">
                        <a:alpha val="0"/>
                      </a:srgbClr>
                    </a:gs>
                  </a:gsLst>
                  <a:lin ang="270000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11" name="Group 39"/>
            <p:cNvGrpSpPr/>
            <p:nvPr userDrawn="1"/>
          </p:nvGrpSpPr>
          <p:grpSpPr bwMode="grayWhite">
            <a:xfrm>
              <a:off x="2756586" y="1619763"/>
              <a:ext cx="2892850" cy="3379627"/>
              <a:chOff x="2756587" y="1619763"/>
              <a:chExt cx="2892850" cy="3379627"/>
            </a:xfrm>
          </p:grpSpPr>
          <p:sp>
            <p:nvSpPr>
              <p:cNvPr id="18" name="Freeform 17"/>
              <p:cNvSpPr/>
              <p:nvPr userDrawn="1"/>
            </p:nvSpPr>
            <p:spPr bwMode="grayWhite">
              <a:xfrm flipH="1">
                <a:off x="2774785" y="1709909"/>
                <a:ext cx="2188853" cy="2933686"/>
              </a:xfrm>
              <a:custGeom>
                <a:avLst/>
                <a:gdLst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2" fmla="*/ 2990088 w 5980176"/>
                  <a:gd name="connsiteY2" fmla="*/ 3023616 h 6047232"/>
                  <a:gd name="connsiteX3" fmla="*/ 3722577 w 5980176"/>
                  <a:gd name="connsiteY3" fmla="*/ 92129 h 6047232"/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0" fmla="*/ 0 w 2374789"/>
                  <a:gd name="connsiteY0" fmla="*/ 0 h 3196608"/>
                  <a:gd name="connsiteX1" fmla="*/ 2246083 w 2374789"/>
                  <a:gd name="connsiteY1" fmla="*/ 3196607 h 3196608"/>
                  <a:gd name="connsiteX2" fmla="*/ 0 w 2374789"/>
                  <a:gd name="connsiteY2" fmla="*/ 0 h 3196608"/>
                  <a:gd name="connsiteX0" fmla="*/ 0 w 2374789"/>
                  <a:gd name="connsiteY0" fmla="*/ 0 h 3196608"/>
                  <a:gd name="connsiteX1" fmla="*/ 2246083 w 2374789"/>
                  <a:gd name="connsiteY1" fmla="*/ 3196607 h 3196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374789" h="3196608" stroke="0" extrusionOk="0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  <a:lnTo>
                      <a:pt x="0" y="0"/>
                    </a:lnTo>
                    <a:close/>
                  </a:path>
                  <a:path w="2374789" h="3196608" fill="none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</a:path>
                </a:pathLst>
              </a:custGeom>
              <a:ln w="63500" cmpd="sng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2000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47000"/>
                      </a:srgbClr>
                    </a:gs>
                    <a:gs pos="80000">
                      <a:srgbClr val="F8F8F8">
                        <a:alpha val="13000"/>
                      </a:srgbClr>
                    </a:gs>
                    <a:gs pos="100000">
                      <a:srgbClr val="DDDDDD">
                        <a:alpha val="0"/>
                      </a:srgbClr>
                    </a:gs>
                  </a:gsLst>
                  <a:lin ang="2700000" scaled="1"/>
                  <a:tileRect/>
                </a:gradFill>
                <a:miter lim="800000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9" name="Freeform 18"/>
              <p:cNvSpPr/>
              <p:nvPr userDrawn="1"/>
            </p:nvSpPr>
            <p:spPr bwMode="grayWhite">
              <a:xfrm flipH="1">
                <a:off x="2756587" y="1619763"/>
                <a:ext cx="2892850" cy="3379627"/>
              </a:xfrm>
              <a:custGeom>
                <a:avLst/>
                <a:gdLst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3" fmla="*/ 3009900 w 6019800"/>
                  <a:gd name="connsiteY3" fmla="*/ 3009900 h 6019800"/>
                  <a:gd name="connsiteX4" fmla="*/ 3009904 w 6019800"/>
                  <a:gd name="connsiteY4" fmla="*/ 0 h 6019800"/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  <a:gd name="connsiteX3" fmla="*/ 0 w 3138588"/>
                  <a:gd name="connsiteY3" fmla="*/ 0 h 3682514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38588" h="3682514" stroke="0" extrusionOk="0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  <a:lnTo>
                      <a:pt x="0" y="0"/>
                    </a:lnTo>
                    <a:close/>
                  </a:path>
                  <a:path w="3138588" h="3682514" fill="none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</a:path>
                </a:pathLst>
              </a:custGeom>
              <a:ln w="28575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43000"/>
                      </a:srgbClr>
                    </a:gs>
                    <a:gs pos="100000">
                      <a:srgbClr val="F8F8F8">
                        <a:alpha val="0"/>
                      </a:srgbClr>
                    </a:gs>
                  </a:gsLst>
                  <a:lin ang="270000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12" name="Group 37"/>
            <p:cNvGrpSpPr/>
            <p:nvPr userDrawn="1"/>
          </p:nvGrpSpPr>
          <p:grpSpPr bwMode="grayWhite">
            <a:xfrm>
              <a:off x="3126248" y="615248"/>
              <a:ext cx="3325881" cy="2834631"/>
              <a:chOff x="3126249" y="615248"/>
              <a:chExt cx="3325881" cy="2834631"/>
            </a:xfrm>
          </p:grpSpPr>
          <p:sp>
            <p:nvSpPr>
              <p:cNvPr id="16" name="Freeform 15"/>
              <p:cNvSpPr/>
              <p:nvPr userDrawn="1"/>
            </p:nvSpPr>
            <p:spPr bwMode="grayWhite">
              <a:xfrm rot="13693869" flipH="1">
                <a:off x="3845802" y="929727"/>
                <a:ext cx="2144802" cy="2887031"/>
              </a:xfrm>
              <a:custGeom>
                <a:avLst/>
                <a:gdLst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2" fmla="*/ 2990088 w 5980176"/>
                  <a:gd name="connsiteY2" fmla="*/ 3023616 h 6047232"/>
                  <a:gd name="connsiteX3" fmla="*/ 3722577 w 5980176"/>
                  <a:gd name="connsiteY3" fmla="*/ 92129 h 6047232"/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0" fmla="*/ 0 w 2374788"/>
                  <a:gd name="connsiteY0" fmla="*/ 0 h 3196606"/>
                  <a:gd name="connsiteX1" fmla="*/ 2246083 w 2374788"/>
                  <a:gd name="connsiteY1" fmla="*/ 3196607 h 3196606"/>
                  <a:gd name="connsiteX2" fmla="*/ 0 w 2374788"/>
                  <a:gd name="connsiteY2" fmla="*/ 0 h 3196606"/>
                  <a:gd name="connsiteX0" fmla="*/ 0 w 2374788"/>
                  <a:gd name="connsiteY0" fmla="*/ 0 h 3196606"/>
                  <a:gd name="connsiteX1" fmla="*/ 2246083 w 2374788"/>
                  <a:gd name="connsiteY1" fmla="*/ 3196607 h 31966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374788" h="3196606" stroke="0" extrusionOk="0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  <a:lnTo>
                      <a:pt x="0" y="0"/>
                    </a:lnTo>
                    <a:close/>
                  </a:path>
                  <a:path w="2374788" h="3196606" fill="none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</a:path>
                </a:pathLst>
              </a:custGeom>
              <a:ln w="63500" cmpd="sng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2000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65000"/>
                      </a:srgbClr>
                    </a:gs>
                    <a:gs pos="80000">
                      <a:srgbClr val="F8F8F8">
                        <a:alpha val="13000"/>
                      </a:srgbClr>
                    </a:gs>
                    <a:gs pos="100000">
                      <a:srgbClr val="DDDDDD">
                        <a:alpha val="0"/>
                      </a:srgbClr>
                    </a:gs>
                  </a:gsLst>
                  <a:lin ang="2700000" scaled="1"/>
                  <a:tileRect/>
                </a:gradFill>
                <a:miter lim="800000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7" name="Freeform 16"/>
              <p:cNvSpPr/>
              <p:nvPr userDrawn="1"/>
            </p:nvSpPr>
            <p:spPr bwMode="grayWhite">
              <a:xfrm rot="13693869" flipH="1">
                <a:off x="3371874" y="369623"/>
                <a:ext cx="2834631" cy="3325881"/>
              </a:xfrm>
              <a:custGeom>
                <a:avLst/>
                <a:gdLst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3" fmla="*/ 3009900 w 6019800"/>
                  <a:gd name="connsiteY3" fmla="*/ 3009900 h 6019800"/>
                  <a:gd name="connsiteX4" fmla="*/ 3009904 w 6019800"/>
                  <a:gd name="connsiteY4" fmla="*/ 0 h 6019800"/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  <a:gd name="connsiteX3" fmla="*/ 0 w 3138588"/>
                  <a:gd name="connsiteY3" fmla="*/ 0 h 3682514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38588" h="3682514" stroke="0" extrusionOk="0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  <a:lnTo>
                      <a:pt x="0" y="0"/>
                    </a:lnTo>
                    <a:close/>
                  </a:path>
                  <a:path w="3138588" h="3682514" fill="none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</a:path>
                </a:pathLst>
              </a:custGeom>
              <a:ln w="25400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46000"/>
                      </a:srgbClr>
                    </a:gs>
                    <a:gs pos="100000">
                      <a:srgbClr val="F8F8F8">
                        <a:alpha val="0"/>
                      </a:srgbClr>
                    </a:gs>
                  </a:gsLst>
                  <a:lin ang="270000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13" name="Group 36"/>
            <p:cNvGrpSpPr/>
            <p:nvPr userDrawn="1"/>
          </p:nvGrpSpPr>
          <p:grpSpPr bwMode="grayWhite">
            <a:xfrm>
              <a:off x="2490231" y="1369960"/>
              <a:ext cx="4781177" cy="4074972"/>
              <a:chOff x="2490231" y="1369960"/>
              <a:chExt cx="4781177" cy="4074972"/>
            </a:xfrm>
          </p:grpSpPr>
          <p:sp>
            <p:nvSpPr>
              <p:cNvPr id="14" name="Freeform 13"/>
              <p:cNvSpPr/>
              <p:nvPr userDrawn="1"/>
            </p:nvSpPr>
            <p:spPr bwMode="grayWhite">
              <a:xfrm rot="13693869" flipH="1">
                <a:off x="3524638" y="1822044"/>
                <a:ext cx="3083296" cy="4150302"/>
              </a:xfrm>
              <a:custGeom>
                <a:avLst/>
                <a:gdLst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2" fmla="*/ 2990088 w 5980176"/>
                  <a:gd name="connsiteY2" fmla="*/ 3023616 h 6047232"/>
                  <a:gd name="connsiteX3" fmla="*/ 3722577 w 5980176"/>
                  <a:gd name="connsiteY3" fmla="*/ 92129 h 6047232"/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0" fmla="*/ 0 w 2374788"/>
                  <a:gd name="connsiteY0" fmla="*/ 0 h 3196607"/>
                  <a:gd name="connsiteX1" fmla="*/ 2246083 w 2374788"/>
                  <a:gd name="connsiteY1" fmla="*/ 3196607 h 3196607"/>
                  <a:gd name="connsiteX2" fmla="*/ 0 w 2374788"/>
                  <a:gd name="connsiteY2" fmla="*/ 0 h 3196607"/>
                  <a:gd name="connsiteX0" fmla="*/ 0 w 2374788"/>
                  <a:gd name="connsiteY0" fmla="*/ 0 h 3196607"/>
                  <a:gd name="connsiteX1" fmla="*/ 2246083 w 2374788"/>
                  <a:gd name="connsiteY1" fmla="*/ 3196607 h 31966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374788" h="3196607" stroke="0" extrusionOk="0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  <a:lnTo>
                      <a:pt x="0" y="0"/>
                    </a:lnTo>
                    <a:close/>
                  </a:path>
                  <a:path w="2374788" h="3196607" fill="none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</a:path>
                </a:pathLst>
              </a:custGeom>
              <a:ln w="63500" cmpd="sng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2000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47000"/>
                      </a:srgbClr>
                    </a:gs>
                    <a:gs pos="80000">
                      <a:srgbClr val="F8F8F8">
                        <a:alpha val="13000"/>
                      </a:srgbClr>
                    </a:gs>
                    <a:gs pos="100000">
                      <a:srgbClr val="DDDDDD">
                        <a:alpha val="0"/>
                      </a:srgbClr>
                    </a:gs>
                  </a:gsLst>
                  <a:lin ang="2700000" scaled="1"/>
                  <a:tileRect/>
                </a:gradFill>
                <a:miter lim="800000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8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5" name="Freeform 14"/>
              <p:cNvSpPr/>
              <p:nvPr userDrawn="1"/>
            </p:nvSpPr>
            <p:spPr bwMode="grayWhite">
              <a:xfrm rot="13693869" flipH="1">
                <a:off x="2843334" y="1016857"/>
                <a:ext cx="4074972" cy="4781177"/>
              </a:xfrm>
              <a:custGeom>
                <a:avLst/>
                <a:gdLst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3" fmla="*/ 3009900 w 6019800"/>
                  <a:gd name="connsiteY3" fmla="*/ 3009900 h 6019800"/>
                  <a:gd name="connsiteX4" fmla="*/ 3009904 w 6019800"/>
                  <a:gd name="connsiteY4" fmla="*/ 0 h 6019800"/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  <a:gd name="connsiteX3" fmla="*/ 0 w 3138588"/>
                  <a:gd name="connsiteY3" fmla="*/ 0 h 3682514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38588" h="3682514" stroke="0" extrusionOk="0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  <a:lnTo>
                      <a:pt x="0" y="0"/>
                    </a:lnTo>
                    <a:close/>
                  </a:path>
                  <a:path w="3138588" h="3682514" fill="none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</a:path>
                </a:pathLst>
              </a:custGeom>
              <a:ln w="31750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35000"/>
                      </a:srgbClr>
                    </a:gs>
                    <a:gs pos="100000">
                      <a:srgbClr val="F8F8F8">
                        <a:alpha val="0"/>
                      </a:srgbClr>
                    </a:gs>
                  </a:gsLst>
                  <a:lin ang="270000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</p:grpSp>
      <p:pic>
        <p:nvPicPr>
          <p:cNvPr id="24" name="Picture 230" descr="star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gray">
          <a:xfrm>
            <a:off x="6197600" y="4419600"/>
            <a:ext cx="1193800" cy="914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52953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88720"/>
            <a:ext cx="10972800" cy="498348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C2D9B-DD30-4F39-A32E-41B257A350F5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2E48B-F2F3-4D8A-B3F2-AA409D7ECF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1837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0976" y="2286001"/>
            <a:ext cx="10363200" cy="1362075"/>
          </a:xfrm>
        </p:spPr>
        <p:txBody>
          <a:bodyPr anchor="t">
            <a:noAutofit/>
          </a:bodyPr>
          <a:lstStyle>
            <a:lvl1pPr algn="ctr">
              <a:defRPr sz="48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5360" y="1353312"/>
            <a:ext cx="10363200" cy="905256"/>
          </a:xfrm>
        </p:spPr>
        <p:txBody>
          <a:bodyPr anchor="b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C2D9B-DD30-4F39-A32E-41B257A350F5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2E48B-F2F3-4D8A-B3F2-AA409D7ECF7C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7" name="Group 21"/>
          <p:cNvGrpSpPr/>
          <p:nvPr/>
        </p:nvGrpSpPr>
        <p:grpSpPr bwMode="grayWhite">
          <a:xfrm rot="19693411">
            <a:off x="4446678" y="1909248"/>
            <a:ext cx="8028305" cy="4829684"/>
            <a:chOff x="1761807" y="615248"/>
            <a:chExt cx="6021229" cy="4829684"/>
          </a:xfrm>
        </p:grpSpPr>
        <p:grpSp>
          <p:nvGrpSpPr>
            <p:cNvPr id="8" name="Group 42"/>
            <p:cNvGrpSpPr/>
            <p:nvPr userDrawn="1"/>
          </p:nvGrpSpPr>
          <p:grpSpPr bwMode="grayWhite">
            <a:xfrm>
              <a:off x="1761807" y="1695712"/>
              <a:ext cx="6021229" cy="3068566"/>
              <a:chOff x="1522575" y="779540"/>
              <a:chExt cx="6021229" cy="3068566"/>
            </a:xfrm>
          </p:grpSpPr>
          <p:sp>
            <p:nvSpPr>
              <p:cNvPr id="22" name="Freeform 21"/>
              <p:cNvSpPr/>
              <p:nvPr userDrawn="1"/>
            </p:nvSpPr>
            <p:spPr bwMode="grayWhite">
              <a:xfrm>
                <a:off x="1531435" y="783084"/>
                <a:ext cx="6012369" cy="3065022"/>
              </a:xfrm>
              <a:custGeom>
                <a:avLst/>
                <a:gdLst>
                  <a:gd name="connsiteX0" fmla="*/ 7435 w 6019800"/>
                  <a:gd name="connsiteY0" fmla="*/ 2798476 h 6019800"/>
                  <a:gd name="connsiteX1" fmla="*/ 3115681 w 6019800"/>
                  <a:gd name="connsiteY1" fmla="*/ 1859 h 6019800"/>
                  <a:gd name="connsiteX2" fmla="*/ 6019800 w 6019800"/>
                  <a:gd name="connsiteY2" fmla="*/ 3009907 h 6019800"/>
                  <a:gd name="connsiteX3" fmla="*/ 3009900 w 6019800"/>
                  <a:gd name="connsiteY3" fmla="*/ 3009900 h 6019800"/>
                  <a:gd name="connsiteX4" fmla="*/ 7435 w 6019800"/>
                  <a:gd name="connsiteY4" fmla="*/ 2798476 h 6019800"/>
                  <a:gd name="connsiteX0" fmla="*/ 7435 w 6019800"/>
                  <a:gd name="connsiteY0" fmla="*/ 2798476 h 6019800"/>
                  <a:gd name="connsiteX1" fmla="*/ 3115681 w 6019800"/>
                  <a:gd name="connsiteY1" fmla="*/ 1859 h 6019800"/>
                  <a:gd name="connsiteX2" fmla="*/ 6019800 w 6019800"/>
                  <a:gd name="connsiteY2" fmla="*/ 3009907 h 6019800"/>
                  <a:gd name="connsiteX0" fmla="*/ 0 w 6012369"/>
                  <a:gd name="connsiteY0" fmla="*/ 2853591 h 3065022"/>
                  <a:gd name="connsiteX1" fmla="*/ 3108246 w 6012369"/>
                  <a:gd name="connsiteY1" fmla="*/ 56974 h 3065022"/>
                  <a:gd name="connsiteX2" fmla="*/ 6012365 w 6012369"/>
                  <a:gd name="connsiteY2" fmla="*/ 3065022 h 3065022"/>
                  <a:gd name="connsiteX3" fmla="*/ 0 w 6012369"/>
                  <a:gd name="connsiteY3" fmla="*/ 2853591 h 3065022"/>
                  <a:gd name="connsiteX0" fmla="*/ 0 w 6012369"/>
                  <a:gd name="connsiteY0" fmla="*/ 2853591 h 3065022"/>
                  <a:gd name="connsiteX1" fmla="*/ 3108246 w 6012369"/>
                  <a:gd name="connsiteY1" fmla="*/ 56974 h 3065022"/>
                  <a:gd name="connsiteX2" fmla="*/ 6012365 w 6012369"/>
                  <a:gd name="connsiteY2" fmla="*/ 3065022 h 30650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012369" h="3065022" stroke="0" extrusionOk="0">
                    <a:moveTo>
                      <a:pt x="0" y="2853591"/>
                    </a:moveTo>
                    <a:cubicBezTo>
                      <a:pt x="113874" y="1236440"/>
                      <a:pt x="1488093" y="0"/>
                      <a:pt x="3108246" y="56974"/>
                    </a:cubicBezTo>
                    <a:cubicBezTo>
                      <a:pt x="4728399" y="113948"/>
                      <a:pt x="6012369" y="1443867"/>
                      <a:pt x="6012365" y="3065022"/>
                    </a:cubicBezTo>
                    <a:lnTo>
                      <a:pt x="0" y="2853591"/>
                    </a:lnTo>
                    <a:close/>
                  </a:path>
                  <a:path w="6012369" h="3065022" fill="none">
                    <a:moveTo>
                      <a:pt x="0" y="2853591"/>
                    </a:moveTo>
                    <a:cubicBezTo>
                      <a:pt x="113874" y="1236440"/>
                      <a:pt x="1488093" y="0"/>
                      <a:pt x="3108246" y="56974"/>
                    </a:cubicBezTo>
                    <a:cubicBezTo>
                      <a:pt x="4728399" y="113948"/>
                      <a:pt x="6012369" y="1443867"/>
                      <a:pt x="6012365" y="3065022"/>
                    </a:cubicBezTo>
                  </a:path>
                </a:pathLst>
              </a:custGeom>
              <a:ln w="63500" cmpd="sng">
                <a:gradFill flip="none" rotWithShape="1">
                  <a:gsLst>
                    <a:gs pos="91000">
                      <a:srgbClr val="F8F8F8">
                        <a:alpha val="0"/>
                      </a:srgbClr>
                    </a:gs>
                    <a:gs pos="2000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47000"/>
                      </a:srgbClr>
                    </a:gs>
                    <a:gs pos="80000">
                      <a:srgbClr val="F8F8F8">
                        <a:alpha val="13000"/>
                      </a:srgbClr>
                    </a:gs>
                    <a:gs pos="100000">
                      <a:srgbClr val="DDDDDD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miter lim="800000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23" name="Freeform 22"/>
              <p:cNvSpPr/>
              <p:nvPr userDrawn="1"/>
            </p:nvSpPr>
            <p:spPr bwMode="grayWhite">
              <a:xfrm>
                <a:off x="1522575" y="779540"/>
                <a:ext cx="6012369" cy="3065022"/>
              </a:xfrm>
              <a:custGeom>
                <a:avLst/>
                <a:gdLst>
                  <a:gd name="connsiteX0" fmla="*/ 7435 w 6019800"/>
                  <a:gd name="connsiteY0" fmla="*/ 2798476 h 6019800"/>
                  <a:gd name="connsiteX1" fmla="*/ 3115681 w 6019800"/>
                  <a:gd name="connsiteY1" fmla="*/ 1859 h 6019800"/>
                  <a:gd name="connsiteX2" fmla="*/ 6019800 w 6019800"/>
                  <a:gd name="connsiteY2" fmla="*/ 3009907 h 6019800"/>
                  <a:gd name="connsiteX3" fmla="*/ 3009900 w 6019800"/>
                  <a:gd name="connsiteY3" fmla="*/ 3009900 h 6019800"/>
                  <a:gd name="connsiteX4" fmla="*/ 7435 w 6019800"/>
                  <a:gd name="connsiteY4" fmla="*/ 2798476 h 6019800"/>
                  <a:gd name="connsiteX0" fmla="*/ 7435 w 6019800"/>
                  <a:gd name="connsiteY0" fmla="*/ 2798476 h 6019800"/>
                  <a:gd name="connsiteX1" fmla="*/ 3115681 w 6019800"/>
                  <a:gd name="connsiteY1" fmla="*/ 1859 h 6019800"/>
                  <a:gd name="connsiteX2" fmla="*/ 6019800 w 6019800"/>
                  <a:gd name="connsiteY2" fmla="*/ 3009907 h 6019800"/>
                  <a:gd name="connsiteX0" fmla="*/ 0 w 6012369"/>
                  <a:gd name="connsiteY0" fmla="*/ 2853591 h 3065022"/>
                  <a:gd name="connsiteX1" fmla="*/ 3108246 w 6012369"/>
                  <a:gd name="connsiteY1" fmla="*/ 56974 h 3065022"/>
                  <a:gd name="connsiteX2" fmla="*/ 6012365 w 6012369"/>
                  <a:gd name="connsiteY2" fmla="*/ 3065022 h 3065022"/>
                  <a:gd name="connsiteX3" fmla="*/ 0 w 6012369"/>
                  <a:gd name="connsiteY3" fmla="*/ 2853591 h 3065022"/>
                  <a:gd name="connsiteX0" fmla="*/ 0 w 6012369"/>
                  <a:gd name="connsiteY0" fmla="*/ 2853591 h 3065022"/>
                  <a:gd name="connsiteX1" fmla="*/ 3108246 w 6012369"/>
                  <a:gd name="connsiteY1" fmla="*/ 56974 h 3065022"/>
                  <a:gd name="connsiteX2" fmla="*/ 6012365 w 6012369"/>
                  <a:gd name="connsiteY2" fmla="*/ 3065022 h 30650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012369" h="3065022" stroke="0" extrusionOk="0">
                    <a:moveTo>
                      <a:pt x="0" y="2853591"/>
                    </a:moveTo>
                    <a:cubicBezTo>
                      <a:pt x="113874" y="1236440"/>
                      <a:pt x="1488093" y="0"/>
                      <a:pt x="3108246" y="56974"/>
                    </a:cubicBezTo>
                    <a:cubicBezTo>
                      <a:pt x="4728399" y="113948"/>
                      <a:pt x="6012369" y="1443867"/>
                      <a:pt x="6012365" y="3065022"/>
                    </a:cubicBezTo>
                    <a:lnTo>
                      <a:pt x="0" y="2853591"/>
                    </a:lnTo>
                    <a:close/>
                  </a:path>
                  <a:path w="6012369" h="3065022" fill="none">
                    <a:moveTo>
                      <a:pt x="0" y="2853591"/>
                    </a:moveTo>
                    <a:cubicBezTo>
                      <a:pt x="113874" y="1236440"/>
                      <a:pt x="1488093" y="0"/>
                      <a:pt x="3108246" y="56974"/>
                    </a:cubicBezTo>
                    <a:cubicBezTo>
                      <a:pt x="4728399" y="113948"/>
                      <a:pt x="6012369" y="1443867"/>
                      <a:pt x="6012365" y="3065022"/>
                    </a:cubicBezTo>
                  </a:path>
                </a:pathLst>
              </a:custGeom>
              <a:ln w="25400">
                <a:gradFill flip="none" rotWithShape="1">
                  <a:gsLst>
                    <a:gs pos="84000">
                      <a:srgbClr val="F8F8F8">
                        <a:alpha val="0"/>
                      </a:srgbClr>
                    </a:gs>
                    <a:gs pos="41000">
                      <a:srgbClr val="F8F8F8">
                        <a:alpha val="44000"/>
                      </a:srgbClr>
                    </a:gs>
                    <a:gs pos="88000">
                      <a:srgbClr val="F8F8F8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cxnSp>
          <p:nvCxnSpPr>
            <p:cNvPr id="9" name="Straight Connector 8"/>
            <p:cNvCxnSpPr/>
            <p:nvPr userDrawn="1"/>
          </p:nvCxnSpPr>
          <p:spPr bwMode="grayWhite">
            <a:xfrm rot="18120000" flipH="1">
              <a:off x="2718288" y="2106345"/>
              <a:ext cx="3999708" cy="2492654"/>
            </a:xfrm>
            <a:prstGeom prst="line">
              <a:avLst/>
            </a:prstGeom>
            <a:ln w="50800">
              <a:gradFill flip="none" rotWithShape="1">
                <a:gsLst>
                  <a:gs pos="10000">
                    <a:srgbClr val="FFFFFF">
                      <a:alpha val="0"/>
                    </a:srgbClr>
                  </a:gs>
                  <a:gs pos="50000">
                    <a:srgbClr val="F8F8F8">
                      <a:alpha val="60000"/>
                    </a:srgbClr>
                  </a:gs>
                  <a:gs pos="90000">
                    <a:srgbClr val="DDDDDD">
                      <a:alpha val="0"/>
                    </a:srgbClr>
                  </a:gs>
                </a:gsLst>
                <a:lin ang="2700000" scaled="1"/>
                <a:tileRect/>
              </a:gradFill>
              <a:miter lim="800000"/>
            </a:ln>
            <a:effectLst>
              <a:glow rad="63500">
                <a:srgbClr val="FFFFFF">
                  <a:alpha val="3922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Group 38"/>
            <p:cNvGrpSpPr/>
            <p:nvPr userDrawn="1"/>
          </p:nvGrpSpPr>
          <p:grpSpPr bwMode="grayWhite">
            <a:xfrm>
              <a:off x="3730877" y="1536192"/>
              <a:ext cx="2721357" cy="3879656"/>
              <a:chOff x="3730877" y="1536192"/>
              <a:chExt cx="2721357" cy="3879656"/>
            </a:xfrm>
          </p:grpSpPr>
          <p:sp>
            <p:nvSpPr>
              <p:cNvPr id="20" name="Freeform 19"/>
              <p:cNvSpPr/>
              <p:nvPr userDrawn="1"/>
            </p:nvSpPr>
            <p:spPr bwMode="grayWhite">
              <a:xfrm>
                <a:off x="4388453" y="1629422"/>
                <a:ext cx="2059093" cy="3405426"/>
              </a:xfrm>
              <a:custGeom>
                <a:avLst/>
                <a:gdLst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2" fmla="*/ 2990088 w 5980176"/>
                  <a:gd name="connsiteY2" fmla="*/ 3023616 h 6047232"/>
                  <a:gd name="connsiteX3" fmla="*/ 3722577 w 5980176"/>
                  <a:gd name="connsiteY3" fmla="*/ 92129 h 6047232"/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0" fmla="*/ 0 w 2374787"/>
                  <a:gd name="connsiteY0" fmla="*/ 0 h 3196607"/>
                  <a:gd name="connsiteX1" fmla="*/ 2246083 w 2374787"/>
                  <a:gd name="connsiteY1" fmla="*/ 3196607 h 3196607"/>
                  <a:gd name="connsiteX2" fmla="*/ 0 w 2374787"/>
                  <a:gd name="connsiteY2" fmla="*/ 0 h 3196607"/>
                  <a:gd name="connsiteX0" fmla="*/ 0 w 2374787"/>
                  <a:gd name="connsiteY0" fmla="*/ 0 h 3196607"/>
                  <a:gd name="connsiteX1" fmla="*/ 2246083 w 2374787"/>
                  <a:gd name="connsiteY1" fmla="*/ 3196607 h 31966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374787" h="3196607" stroke="0" extrusionOk="0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  <a:lnTo>
                      <a:pt x="0" y="0"/>
                    </a:lnTo>
                    <a:close/>
                  </a:path>
                  <a:path w="2374787" h="3196607" fill="none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</a:path>
                </a:pathLst>
              </a:custGeom>
              <a:ln w="63500" cmpd="sng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2000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52000"/>
                      </a:srgbClr>
                    </a:gs>
                    <a:gs pos="80000">
                      <a:srgbClr val="F8F8F8">
                        <a:alpha val="13000"/>
                      </a:srgbClr>
                    </a:gs>
                    <a:gs pos="100000">
                      <a:srgbClr val="DDDDDD">
                        <a:alpha val="0"/>
                      </a:srgbClr>
                    </a:gs>
                  </a:gsLst>
                  <a:lin ang="2700000" scaled="1"/>
                  <a:tileRect/>
                </a:gradFill>
                <a:miter lim="800000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1" name="Freeform 20"/>
              <p:cNvSpPr/>
              <p:nvPr userDrawn="1"/>
            </p:nvSpPr>
            <p:spPr bwMode="grayWhite">
              <a:xfrm>
                <a:off x="3730877" y="1536192"/>
                <a:ext cx="2721357" cy="3879656"/>
              </a:xfrm>
              <a:custGeom>
                <a:avLst/>
                <a:gdLst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3" fmla="*/ 3009900 w 6019800"/>
                  <a:gd name="connsiteY3" fmla="*/ 3009900 h 6019800"/>
                  <a:gd name="connsiteX4" fmla="*/ 3009904 w 6019800"/>
                  <a:gd name="connsiteY4" fmla="*/ 0 h 6019800"/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0" fmla="*/ 1 w 3138588"/>
                  <a:gd name="connsiteY0" fmla="*/ 0 h 3682514"/>
                  <a:gd name="connsiteX1" fmla="*/ 2354144 w 3138588"/>
                  <a:gd name="connsiteY1" fmla="*/ 1134402 h 3682514"/>
                  <a:gd name="connsiteX2" fmla="*/ 2933782 w 3138588"/>
                  <a:gd name="connsiteY2" fmla="*/ 3682514 h 3682514"/>
                  <a:gd name="connsiteX3" fmla="*/ 1 w 3138588"/>
                  <a:gd name="connsiteY3" fmla="*/ 0 h 3682514"/>
                  <a:gd name="connsiteX0" fmla="*/ 1 w 3138588"/>
                  <a:gd name="connsiteY0" fmla="*/ 0 h 3682514"/>
                  <a:gd name="connsiteX1" fmla="*/ 2354144 w 3138588"/>
                  <a:gd name="connsiteY1" fmla="*/ 1134402 h 3682514"/>
                  <a:gd name="connsiteX2" fmla="*/ 2933782 w 3138588"/>
                  <a:gd name="connsiteY2" fmla="*/ 3682514 h 36825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38588" h="3682514" stroke="0" extrusionOk="0">
                    <a:moveTo>
                      <a:pt x="1" y="0"/>
                    </a:moveTo>
                    <a:cubicBezTo>
                      <a:pt x="916499" y="1"/>
                      <a:pt x="1783065" y="417577"/>
                      <a:pt x="2354144" y="1134402"/>
                    </a:cubicBezTo>
                    <a:cubicBezTo>
                      <a:pt x="2925223" y="1851227"/>
                      <a:pt x="3138589" y="2789193"/>
                      <a:pt x="2933782" y="3682514"/>
                    </a:cubicBezTo>
                    <a:lnTo>
                      <a:pt x="1" y="0"/>
                    </a:lnTo>
                    <a:close/>
                  </a:path>
                  <a:path w="3138588" h="3682514" fill="none">
                    <a:moveTo>
                      <a:pt x="1" y="0"/>
                    </a:moveTo>
                    <a:cubicBezTo>
                      <a:pt x="916499" y="1"/>
                      <a:pt x="1783065" y="417577"/>
                      <a:pt x="2354144" y="1134402"/>
                    </a:cubicBezTo>
                    <a:cubicBezTo>
                      <a:pt x="2925223" y="1851227"/>
                      <a:pt x="3138589" y="2789193"/>
                      <a:pt x="2933782" y="3682514"/>
                    </a:cubicBezTo>
                  </a:path>
                </a:pathLst>
              </a:custGeom>
              <a:ln w="25400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55000"/>
                      </a:srgbClr>
                    </a:gs>
                    <a:gs pos="100000">
                      <a:srgbClr val="F8F8F8">
                        <a:alpha val="0"/>
                      </a:srgbClr>
                    </a:gs>
                  </a:gsLst>
                  <a:lin ang="270000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11" name="Group 39"/>
            <p:cNvGrpSpPr/>
            <p:nvPr userDrawn="1"/>
          </p:nvGrpSpPr>
          <p:grpSpPr bwMode="grayWhite">
            <a:xfrm>
              <a:off x="2756586" y="1619763"/>
              <a:ext cx="2892850" cy="3379627"/>
              <a:chOff x="2756587" y="1619763"/>
              <a:chExt cx="2892850" cy="3379627"/>
            </a:xfrm>
          </p:grpSpPr>
          <p:sp>
            <p:nvSpPr>
              <p:cNvPr id="18" name="Freeform 17"/>
              <p:cNvSpPr/>
              <p:nvPr userDrawn="1"/>
            </p:nvSpPr>
            <p:spPr bwMode="grayWhite">
              <a:xfrm flipH="1">
                <a:off x="2774785" y="1709909"/>
                <a:ext cx="2188853" cy="2933686"/>
              </a:xfrm>
              <a:custGeom>
                <a:avLst/>
                <a:gdLst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2" fmla="*/ 2990088 w 5980176"/>
                  <a:gd name="connsiteY2" fmla="*/ 3023616 h 6047232"/>
                  <a:gd name="connsiteX3" fmla="*/ 3722577 w 5980176"/>
                  <a:gd name="connsiteY3" fmla="*/ 92129 h 6047232"/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0" fmla="*/ 0 w 2374789"/>
                  <a:gd name="connsiteY0" fmla="*/ 0 h 3196608"/>
                  <a:gd name="connsiteX1" fmla="*/ 2246083 w 2374789"/>
                  <a:gd name="connsiteY1" fmla="*/ 3196607 h 3196608"/>
                  <a:gd name="connsiteX2" fmla="*/ 0 w 2374789"/>
                  <a:gd name="connsiteY2" fmla="*/ 0 h 3196608"/>
                  <a:gd name="connsiteX0" fmla="*/ 0 w 2374789"/>
                  <a:gd name="connsiteY0" fmla="*/ 0 h 3196608"/>
                  <a:gd name="connsiteX1" fmla="*/ 2246083 w 2374789"/>
                  <a:gd name="connsiteY1" fmla="*/ 3196607 h 3196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374789" h="3196608" stroke="0" extrusionOk="0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  <a:lnTo>
                      <a:pt x="0" y="0"/>
                    </a:lnTo>
                    <a:close/>
                  </a:path>
                  <a:path w="2374789" h="3196608" fill="none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</a:path>
                </a:pathLst>
              </a:custGeom>
              <a:ln w="63500" cmpd="sng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2000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47000"/>
                      </a:srgbClr>
                    </a:gs>
                    <a:gs pos="80000">
                      <a:srgbClr val="F8F8F8">
                        <a:alpha val="13000"/>
                      </a:srgbClr>
                    </a:gs>
                    <a:gs pos="100000">
                      <a:srgbClr val="DDDDDD">
                        <a:alpha val="0"/>
                      </a:srgbClr>
                    </a:gs>
                  </a:gsLst>
                  <a:lin ang="2700000" scaled="1"/>
                  <a:tileRect/>
                </a:gradFill>
                <a:miter lim="800000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9" name="Freeform 18"/>
              <p:cNvSpPr/>
              <p:nvPr userDrawn="1"/>
            </p:nvSpPr>
            <p:spPr bwMode="grayWhite">
              <a:xfrm flipH="1">
                <a:off x="2756587" y="1619763"/>
                <a:ext cx="2892850" cy="3379627"/>
              </a:xfrm>
              <a:custGeom>
                <a:avLst/>
                <a:gdLst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3" fmla="*/ 3009900 w 6019800"/>
                  <a:gd name="connsiteY3" fmla="*/ 3009900 h 6019800"/>
                  <a:gd name="connsiteX4" fmla="*/ 3009904 w 6019800"/>
                  <a:gd name="connsiteY4" fmla="*/ 0 h 6019800"/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  <a:gd name="connsiteX3" fmla="*/ 0 w 3138588"/>
                  <a:gd name="connsiteY3" fmla="*/ 0 h 3682514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38588" h="3682514" stroke="0" extrusionOk="0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  <a:lnTo>
                      <a:pt x="0" y="0"/>
                    </a:lnTo>
                    <a:close/>
                  </a:path>
                  <a:path w="3138588" h="3682514" fill="none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</a:path>
                </a:pathLst>
              </a:custGeom>
              <a:ln w="28575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43000"/>
                      </a:srgbClr>
                    </a:gs>
                    <a:gs pos="100000">
                      <a:srgbClr val="F8F8F8">
                        <a:alpha val="0"/>
                      </a:srgbClr>
                    </a:gs>
                  </a:gsLst>
                  <a:lin ang="270000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12" name="Group 37"/>
            <p:cNvGrpSpPr/>
            <p:nvPr userDrawn="1"/>
          </p:nvGrpSpPr>
          <p:grpSpPr bwMode="grayWhite">
            <a:xfrm>
              <a:off x="3126248" y="615248"/>
              <a:ext cx="3325881" cy="2834631"/>
              <a:chOff x="3126249" y="615248"/>
              <a:chExt cx="3325881" cy="2834631"/>
            </a:xfrm>
          </p:grpSpPr>
          <p:sp>
            <p:nvSpPr>
              <p:cNvPr id="16" name="Freeform 15"/>
              <p:cNvSpPr/>
              <p:nvPr userDrawn="1"/>
            </p:nvSpPr>
            <p:spPr bwMode="grayWhite">
              <a:xfrm rot="13693869" flipH="1">
                <a:off x="3845802" y="929727"/>
                <a:ext cx="2144802" cy="2887031"/>
              </a:xfrm>
              <a:custGeom>
                <a:avLst/>
                <a:gdLst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2" fmla="*/ 2990088 w 5980176"/>
                  <a:gd name="connsiteY2" fmla="*/ 3023616 h 6047232"/>
                  <a:gd name="connsiteX3" fmla="*/ 3722577 w 5980176"/>
                  <a:gd name="connsiteY3" fmla="*/ 92129 h 6047232"/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0" fmla="*/ 0 w 2374788"/>
                  <a:gd name="connsiteY0" fmla="*/ 0 h 3196606"/>
                  <a:gd name="connsiteX1" fmla="*/ 2246083 w 2374788"/>
                  <a:gd name="connsiteY1" fmla="*/ 3196607 h 3196606"/>
                  <a:gd name="connsiteX2" fmla="*/ 0 w 2374788"/>
                  <a:gd name="connsiteY2" fmla="*/ 0 h 3196606"/>
                  <a:gd name="connsiteX0" fmla="*/ 0 w 2374788"/>
                  <a:gd name="connsiteY0" fmla="*/ 0 h 3196606"/>
                  <a:gd name="connsiteX1" fmla="*/ 2246083 w 2374788"/>
                  <a:gd name="connsiteY1" fmla="*/ 3196607 h 31966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374788" h="3196606" stroke="0" extrusionOk="0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  <a:lnTo>
                      <a:pt x="0" y="0"/>
                    </a:lnTo>
                    <a:close/>
                  </a:path>
                  <a:path w="2374788" h="3196606" fill="none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</a:path>
                </a:pathLst>
              </a:custGeom>
              <a:ln w="63500" cmpd="sng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2000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65000"/>
                      </a:srgbClr>
                    </a:gs>
                    <a:gs pos="80000">
                      <a:srgbClr val="F8F8F8">
                        <a:alpha val="13000"/>
                      </a:srgbClr>
                    </a:gs>
                    <a:gs pos="100000">
                      <a:srgbClr val="DDDDDD">
                        <a:alpha val="0"/>
                      </a:srgbClr>
                    </a:gs>
                  </a:gsLst>
                  <a:lin ang="2700000" scaled="1"/>
                  <a:tileRect/>
                </a:gradFill>
                <a:miter lim="800000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7" name="Freeform 16"/>
              <p:cNvSpPr/>
              <p:nvPr userDrawn="1"/>
            </p:nvSpPr>
            <p:spPr bwMode="grayWhite">
              <a:xfrm rot="13693869" flipH="1">
                <a:off x="3371874" y="369623"/>
                <a:ext cx="2834631" cy="3325881"/>
              </a:xfrm>
              <a:custGeom>
                <a:avLst/>
                <a:gdLst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3" fmla="*/ 3009900 w 6019800"/>
                  <a:gd name="connsiteY3" fmla="*/ 3009900 h 6019800"/>
                  <a:gd name="connsiteX4" fmla="*/ 3009904 w 6019800"/>
                  <a:gd name="connsiteY4" fmla="*/ 0 h 6019800"/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  <a:gd name="connsiteX3" fmla="*/ 0 w 3138588"/>
                  <a:gd name="connsiteY3" fmla="*/ 0 h 3682514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38588" h="3682514" stroke="0" extrusionOk="0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  <a:lnTo>
                      <a:pt x="0" y="0"/>
                    </a:lnTo>
                    <a:close/>
                  </a:path>
                  <a:path w="3138588" h="3682514" fill="none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</a:path>
                </a:pathLst>
              </a:custGeom>
              <a:ln w="25400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46000"/>
                      </a:srgbClr>
                    </a:gs>
                    <a:gs pos="100000">
                      <a:srgbClr val="F8F8F8">
                        <a:alpha val="0"/>
                      </a:srgbClr>
                    </a:gs>
                  </a:gsLst>
                  <a:lin ang="270000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13" name="Group 36"/>
            <p:cNvGrpSpPr/>
            <p:nvPr userDrawn="1"/>
          </p:nvGrpSpPr>
          <p:grpSpPr bwMode="grayWhite">
            <a:xfrm>
              <a:off x="2490231" y="1369960"/>
              <a:ext cx="4781177" cy="4074972"/>
              <a:chOff x="2490231" y="1369960"/>
              <a:chExt cx="4781177" cy="4074972"/>
            </a:xfrm>
          </p:grpSpPr>
          <p:sp>
            <p:nvSpPr>
              <p:cNvPr id="14" name="Freeform 13"/>
              <p:cNvSpPr/>
              <p:nvPr userDrawn="1"/>
            </p:nvSpPr>
            <p:spPr bwMode="grayWhite">
              <a:xfrm rot="13693869" flipH="1">
                <a:off x="3524638" y="1822044"/>
                <a:ext cx="3083296" cy="4150302"/>
              </a:xfrm>
              <a:custGeom>
                <a:avLst/>
                <a:gdLst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2" fmla="*/ 2990088 w 5980176"/>
                  <a:gd name="connsiteY2" fmla="*/ 3023616 h 6047232"/>
                  <a:gd name="connsiteX3" fmla="*/ 3722577 w 5980176"/>
                  <a:gd name="connsiteY3" fmla="*/ 92129 h 6047232"/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0" fmla="*/ 0 w 2374788"/>
                  <a:gd name="connsiteY0" fmla="*/ 0 h 3196607"/>
                  <a:gd name="connsiteX1" fmla="*/ 2246083 w 2374788"/>
                  <a:gd name="connsiteY1" fmla="*/ 3196607 h 3196607"/>
                  <a:gd name="connsiteX2" fmla="*/ 0 w 2374788"/>
                  <a:gd name="connsiteY2" fmla="*/ 0 h 3196607"/>
                  <a:gd name="connsiteX0" fmla="*/ 0 w 2374788"/>
                  <a:gd name="connsiteY0" fmla="*/ 0 h 3196607"/>
                  <a:gd name="connsiteX1" fmla="*/ 2246083 w 2374788"/>
                  <a:gd name="connsiteY1" fmla="*/ 3196607 h 31966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374788" h="3196607" stroke="0" extrusionOk="0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  <a:lnTo>
                      <a:pt x="0" y="0"/>
                    </a:lnTo>
                    <a:close/>
                  </a:path>
                  <a:path w="2374788" h="3196607" fill="none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</a:path>
                </a:pathLst>
              </a:custGeom>
              <a:ln w="63500" cmpd="sng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2000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47000"/>
                      </a:srgbClr>
                    </a:gs>
                    <a:gs pos="80000">
                      <a:srgbClr val="F8F8F8">
                        <a:alpha val="13000"/>
                      </a:srgbClr>
                    </a:gs>
                    <a:gs pos="100000">
                      <a:srgbClr val="DDDDDD">
                        <a:alpha val="0"/>
                      </a:srgbClr>
                    </a:gs>
                  </a:gsLst>
                  <a:lin ang="2700000" scaled="1"/>
                  <a:tileRect/>
                </a:gradFill>
                <a:miter lim="800000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8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5" name="Freeform 14"/>
              <p:cNvSpPr/>
              <p:nvPr userDrawn="1"/>
            </p:nvSpPr>
            <p:spPr bwMode="grayWhite">
              <a:xfrm rot="13693869" flipH="1">
                <a:off x="2843334" y="1016857"/>
                <a:ext cx="4074972" cy="4781177"/>
              </a:xfrm>
              <a:custGeom>
                <a:avLst/>
                <a:gdLst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3" fmla="*/ 3009900 w 6019800"/>
                  <a:gd name="connsiteY3" fmla="*/ 3009900 h 6019800"/>
                  <a:gd name="connsiteX4" fmla="*/ 3009904 w 6019800"/>
                  <a:gd name="connsiteY4" fmla="*/ 0 h 6019800"/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  <a:gd name="connsiteX3" fmla="*/ 0 w 3138588"/>
                  <a:gd name="connsiteY3" fmla="*/ 0 h 3682514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38588" h="3682514" stroke="0" extrusionOk="0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  <a:lnTo>
                      <a:pt x="0" y="0"/>
                    </a:lnTo>
                    <a:close/>
                  </a:path>
                  <a:path w="3138588" h="3682514" fill="none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</a:path>
                </a:pathLst>
              </a:custGeom>
              <a:ln w="31750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35000"/>
                      </a:srgbClr>
                    </a:gs>
                    <a:gs pos="100000">
                      <a:srgbClr val="F8F8F8">
                        <a:alpha val="0"/>
                      </a:srgbClr>
                    </a:gs>
                  </a:gsLst>
                  <a:lin ang="270000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</p:grpSp>
      <p:pic>
        <p:nvPicPr>
          <p:cNvPr id="24" name="Picture 230" descr="star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gray">
          <a:xfrm>
            <a:off x="6197600" y="4419600"/>
            <a:ext cx="1193800" cy="914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23336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6176" y="1289304"/>
            <a:ext cx="5384800" cy="467258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2304" y="1289304"/>
            <a:ext cx="5384800" cy="467258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C2D9B-DD30-4F39-A32E-41B257A350F5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2E48B-F2F3-4D8A-B3F2-AA409D7ECF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4468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609600" y="1353312"/>
            <a:ext cx="5388864" cy="639762"/>
          </a:xfrm>
          <a:solidFill>
            <a:srgbClr val="FFFFFF">
              <a:alpha val="25098"/>
            </a:srgbClr>
          </a:solidFill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093976"/>
            <a:ext cx="5386917" cy="403250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gray">
          <a:xfrm>
            <a:off x="6193367" y="1353312"/>
            <a:ext cx="5388864" cy="639762"/>
          </a:xfrm>
          <a:solidFill>
            <a:srgbClr val="FFFFFF">
              <a:alpha val="25098"/>
            </a:srgbClr>
          </a:solidFill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093976"/>
            <a:ext cx="5389033" cy="403250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C2D9B-DD30-4F39-A32E-41B257A350F5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2E48B-F2F3-4D8A-B3F2-AA409D7ECF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2175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C2D9B-DD30-4F39-A32E-41B257A350F5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2E48B-F2F3-4D8A-B3F2-AA409D7ECF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1118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C2D9B-DD30-4F39-A32E-41B257A350F5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2E48B-F2F3-4D8A-B3F2-AA409D7ECF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9467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1536" y="0"/>
            <a:ext cx="9960864" cy="987552"/>
          </a:xfrm>
        </p:spPr>
        <p:txBody>
          <a:bodyPr anchor="b">
            <a:normAutofit/>
          </a:bodyPr>
          <a:lstStyle>
            <a:lvl1pPr algn="l">
              <a:defRPr sz="4000" b="1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94688" y="1371600"/>
            <a:ext cx="6230112" cy="485546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034528" y="1371600"/>
            <a:ext cx="3511296" cy="4873752"/>
          </a:xfrm>
          <a:gradFill>
            <a:gsLst>
              <a:gs pos="0">
                <a:schemeClr val="bg1">
                  <a:lumMod val="95000"/>
                  <a:alpha val="34000"/>
                </a:schemeClr>
              </a:gs>
              <a:gs pos="60000">
                <a:schemeClr val="tx2">
                  <a:lumMod val="20000"/>
                  <a:lumOff val="80000"/>
                  <a:alpha val="0"/>
                </a:schemeClr>
              </a:gs>
            </a:gsLst>
            <a:lin ang="5400000" scaled="1"/>
          </a:gradFill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C2D9B-DD30-4F39-A32E-41B257A350F5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2E48B-F2F3-4D8A-B3F2-AA409D7ECF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4541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670560" y="4855464"/>
            <a:ext cx="4291584" cy="777240"/>
          </a:xfrm>
          <a:solidFill>
            <a:schemeClr val="bg2">
              <a:lumMod val="50000"/>
            </a:schemeClr>
          </a:solidFill>
        </p:spPr>
        <p:txBody>
          <a:bodyPr anchor="ctr"/>
          <a:lstStyle>
            <a:lvl1pPr algn="ctr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 bwMode="gray">
          <a:xfrm>
            <a:off x="5157216" y="1216152"/>
            <a:ext cx="6169152" cy="4398264"/>
          </a:xfrm>
          <a:solidFill>
            <a:srgbClr val="EAEAEA"/>
          </a:solidFill>
          <a:effectLst>
            <a:outerShdw blurRad="254000" dist="101600" dir="2700000" algn="ctr" rotWithShape="0">
              <a:srgbClr val="000000">
                <a:alpha val="40000"/>
              </a:srgb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0560" y="1216152"/>
            <a:ext cx="4291584" cy="3575304"/>
          </a:xfrm>
        </p:spPr>
        <p:txBody>
          <a:bodyPr anchor="b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C2D9B-DD30-4F39-A32E-41B257A350F5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2E48B-F2F3-4D8A-B3F2-AA409D7ECF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4297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C2D9B-DD30-4F39-A32E-41B257A350F5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2E48B-F2F3-4D8A-B3F2-AA409D7ECF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4847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black">
          <a:xfrm>
            <a:off x="9424416" y="356617"/>
            <a:ext cx="2157984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356617"/>
            <a:ext cx="85344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C2D9B-DD30-4F39-A32E-41B257A350F5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2E48B-F2F3-4D8A-B3F2-AA409D7ECF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752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grayWhite">
          <a:xfrm>
            <a:off x="0" y="0"/>
            <a:ext cx="12192000" cy="6858000"/>
          </a:xfrm>
          <a:prstGeom prst="rect">
            <a:avLst/>
          </a:prstGeom>
          <a:gradFill>
            <a:gsLst>
              <a:gs pos="6000">
                <a:schemeClr val="bg2">
                  <a:lumMod val="50000"/>
                  <a:alpha val="83000"/>
                </a:schemeClr>
              </a:gs>
              <a:gs pos="26000">
                <a:schemeClr val="bg2">
                  <a:lumMod val="50000"/>
                  <a:alpha val="63000"/>
                </a:schemeClr>
              </a:gs>
              <a:gs pos="50000">
                <a:schemeClr val="bg2">
                  <a:lumMod val="50000"/>
                  <a:alpha val="27000"/>
                </a:schemeClr>
              </a:gs>
              <a:gs pos="100000">
                <a:schemeClr val="bg2">
                  <a:lumMod val="50000"/>
                  <a:alpha val="0"/>
                </a:scheme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 bwMode="black">
          <a:xfrm>
            <a:off x="0" y="0"/>
            <a:ext cx="1621536" cy="987552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 8"/>
          <p:cNvSpPr/>
          <p:nvPr/>
        </p:nvSpPr>
        <p:spPr bwMode="white">
          <a:xfrm>
            <a:off x="101600" y="1066800"/>
            <a:ext cx="3454400" cy="1219200"/>
          </a:xfrm>
          <a:prstGeom prst="rect">
            <a:avLst/>
          </a:prstGeom>
          <a:blipFill dpi="0" rotWithShape="1">
            <a:blip r:embed="rId13">
              <a:alphaModFix amt="5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0" name="Picture 136" descr="star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gray">
          <a:xfrm rot="-1315059">
            <a:off x="11546538" y="5872450"/>
            <a:ext cx="723900" cy="555625"/>
          </a:xfrm>
          <a:prstGeom prst="rect">
            <a:avLst/>
          </a:prstGeom>
          <a:noFill/>
        </p:spPr>
      </p:pic>
      <p:pic>
        <p:nvPicPr>
          <p:cNvPr id="11" name="Picture 139" descr="star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gray">
          <a:xfrm rot="-1315059" flipH="1" flipV="1">
            <a:off x="203200" y="4724401"/>
            <a:ext cx="567267" cy="434975"/>
          </a:xfrm>
          <a:prstGeom prst="rect">
            <a:avLst/>
          </a:prstGeom>
          <a:noFill/>
        </p:spPr>
      </p:pic>
      <p:pic>
        <p:nvPicPr>
          <p:cNvPr id="12" name="Picture 99" descr="star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gray">
          <a:xfrm rot="-1315059">
            <a:off x="711200" y="152401"/>
            <a:ext cx="922867" cy="708025"/>
          </a:xfrm>
          <a:prstGeom prst="rect">
            <a:avLst/>
          </a:prstGeom>
          <a:noFill/>
        </p:spPr>
      </p:pic>
      <p:cxnSp>
        <p:nvCxnSpPr>
          <p:cNvPr id="13" name="Straight Connector 12"/>
          <p:cNvCxnSpPr/>
          <p:nvPr/>
        </p:nvCxnSpPr>
        <p:spPr bwMode="white">
          <a:xfrm>
            <a:off x="1622595" y="0"/>
            <a:ext cx="0" cy="6858000"/>
          </a:xfrm>
          <a:prstGeom prst="line">
            <a:avLst/>
          </a:prstGeom>
          <a:ln>
            <a:solidFill>
              <a:srgbClr val="FFFFFF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 bwMode="ltGray">
          <a:xfrm>
            <a:off x="11618976" y="0"/>
            <a:ext cx="0" cy="6858000"/>
          </a:xfrm>
          <a:prstGeom prst="line">
            <a:avLst/>
          </a:prstGeom>
          <a:ln>
            <a:solidFill>
              <a:srgbClr val="FFFFFF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 bwMode="ltGray">
          <a:xfrm>
            <a:off x="3560064" y="0"/>
            <a:ext cx="0" cy="6858000"/>
          </a:xfrm>
          <a:prstGeom prst="line">
            <a:avLst/>
          </a:prstGeom>
          <a:ln>
            <a:solidFill>
              <a:srgbClr val="FFFFFF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 bwMode="grayWhite">
          <a:xfrm>
            <a:off x="0" y="990600"/>
            <a:ext cx="12192000" cy="1588"/>
          </a:xfrm>
          <a:prstGeom prst="line">
            <a:avLst/>
          </a:prstGeom>
          <a:ln>
            <a:solidFill>
              <a:srgbClr val="FFFFFF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 bwMode="grayWhite">
          <a:xfrm>
            <a:off x="7717536" y="1069848"/>
            <a:ext cx="4474464" cy="1588"/>
          </a:xfrm>
          <a:prstGeom prst="line">
            <a:avLst/>
          </a:prstGeom>
          <a:ln>
            <a:solidFill>
              <a:srgbClr val="FFFFFF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01"/>
          <p:cNvGrpSpPr>
            <a:grpSpLocks/>
          </p:cNvGrpSpPr>
          <p:nvPr/>
        </p:nvGrpSpPr>
        <p:grpSpPr bwMode="ltGray">
          <a:xfrm>
            <a:off x="-82016" y="-103188"/>
            <a:ext cx="5466816" cy="4217988"/>
            <a:chOff x="-80" y="-65"/>
            <a:chExt cx="2624" cy="2631"/>
          </a:xfrm>
          <a:solidFill>
            <a:schemeClr val="bg2">
              <a:lumMod val="20000"/>
              <a:lumOff val="80000"/>
              <a:alpha val="10196"/>
            </a:schemeClr>
          </a:solidFill>
        </p:grpSpPr>
        <p:sp>
          <p:nvSpPr>
            <p:cNvPr id="19" name="Freeform 102"/>
            <p:cNvSpPr>
              <a:spLocks/>
            </p:cNvSpPr>
            <p:nvPr/>
          </p:nvSpPr>
          <p:spPr bwMode="ltGray">
            <a:xfrm>
              <a:off x="1703" y="0"/>
              <a:ext cx="73" cy="34"/>
            </a:xfrm>
            <a:custGeom>
              <a:avLst/>
              <a:gdLst>
                <a:gd name="connsiteX0" fmla="*/ 674 w 711"/>
                <a:gd name="connsiteY0" fmla="*/ 0 h 451"/>
                <a:gd name="connsiteX1" fmla="*/ 711 w 711"/>
                <a:gd name="connsiteY1" fmla="*/ 67 h 451"/>
                <a:gd name="connsiteX2" fmla="*/ 132 w 711"/>
                <a:gd name="connsiteY2" fmla="*/ 401 h 451"/>
                <a:gd name="connsiteX3" fmla="*/ 112 w 711"/>
                <a:gd name="connsiteY3" fmla="*/ 367 h 451"/>
                <a:gd name="connsiteX4" fmla="*/ 94 w 711"/>
                <a:gd name="connsiteY4" fmla="*/ 335 h 451"/>
                <a:gd name="connsiteX5" fmla="*/ 674 w 711"/>
                <a:gd name="connsiteY5" fmla="*/ 0 h 451"/>
                <a:gd name="connsiteX0" fmla="*/ 674 w 711"/>
                <a:gd name="connsiteY0" fmla="*/ 0 h 451"/>
                <a:gd name="connsiteX1" fmla="*/ 711 w 711"/>
                <a:gd name="connsiteY1" fmla="*/ 67 h 451"/>
                <a:gd name="connsiteX2" fmla="*/ 185 w 711"/>
                <a:gd name="connsiteY2" fmla="*/ 369 h 451"/>
                <a:gd name="connsiteX3" fmla="*/ 132 w 711"/>
                <a:gd name="connsiteY3" fmla="*/ 401 h 451"/>
                <a:gd name="connsiteX4" fmla="*/ 112 w 711"/>
                <a:gd name="connsiteY4" fmla="*/ 367 h 451"/>
                <a:gd name="connsiteX5" fmla="*/ 94 w 711"/>
                <a:gd name="connsiteY5" fmla="*/ 335 h 451"/>
                <a:gd name="connsiteX6" fmla="*/ 674 w 711"/>
                <a:gd name="connsiteY6" fmla="*/ 0 h 451"/>
                <a:gd name="connsiteX0" fmla="*/ 674 w 711"/>
                <a:gd name="connsiteY0" fmla="*/ 0 h 401"/>
                <a:gd name="connsiteX1" fmla="*/ 711 w 711"/>
                <a:gd name="connsiteY1" fmla="*/ 67 h 401"/>
                <a:gd name="connsiteX2" fmla="*/ 185 w 711"/>
                <a:gd name="connsiteY2" fmla="*/ 369 h 401"/>
                <a:gd name="connsiteX3" fmla="*/ 132 w 711"/>
                <a:gd name="connsiteY3" fmla="*/ 401 h 401"/>
                <a:gd name="connsiteX4" fmla="*/ 112 w 711"/>
                <a:gd name="connsiteY4" fmla="*/ 367 h 401"/>
                <a:gd name="connsiteX5" fmla="*/ 94 w 711"/>
                <a:gd name="connsiteY5" fmla="*/ 335 h 401"/>
                <a:gd name="connsiteX6" fmla="*/ 674 w 711"/>
                <a:gd name="connsiteY6" fmla="*/ 0 h 401"/>
                <a:gd name="connsiteX0" fmla="*/ 562 w 599"/>
                <a:gd name="connsiteY0" fmla="*/ 0 h 401"/>
                <a:gd name="connsiteX1" fmla="*/ 599 w 599"/>
                <a:gd name="connsiteY1" fmla="*/ 67 h 401"/>
                <a:gd name="connsiteX2" fmla="*/ 73 w 599"/>
                <a:gd name="connsiteY2" fmla="*/ 369 h 401"/>
                <a:gd name="connsiteX3" fmla="*/ 20 w 599"/>
                <a:gd name="connsiteY3" fmla="*/ 401 h 401"/>
                <a:gd name="connsiteX4" fmla="*/ 0 w 599"/>
                <a:gd name="connsiteY4" fmla="*/ 367 h 401"/>
                <a:gd name="connsiteX5" fmla="*/ 562 w 599"/>
                <a:gd name="connsiteY5" fmla="*/ 0 h 401"/>
                <a:gd name="connsiteX0" fmla="*/ 0 w 599"/>
                <a:gd name="connsiteY0" fmla="*/ 300 h 334"/>
                <a:gd name="connsiteX1" fmla="*/ 599 w 599"/>
                <a:gd name="connsiteY1" fmla="*/ 0 h 334"/>
                <a:gd name="connsiteX2" fmla="*/ 73 w 599"/>
                <a:gd name="connsiteY2" fmla="*/ 302 h 334"/>
                <a:gd name="connsiteX3" fmla="*/ 20 w 599"/>
                <a:gd name="connsiteY3" fmla="*/ 334 h 334"/>
                <a:gd name="connsiteX4" fmla="*/ 0 w 599"/>
                <a:gd name="connsiteY4" fmla="*/ 300 h 334"/>
                <a:gd name="connsiteX0" fmla="*/ 0 w 73"/>
                <a:gd name="connsiteY0" fmla="*/ 5 h 39"/>
                <a:gd name="connsiteX1" fmla="*/ 73 w 73"/>
                <a:gd name="connsiteY1" fmla="*/ 7 h 39"/>
                <a:gd name="connsiteX2" fmla="*/ 20 w 73"/>
                <a:gd name="connsiteY2" fmla="*/ 39 h 39"/>
                <a:gd name="connsiteX3" fmla="*/ 0 w 73"/>
                <a:gd name="connsiteY3" fmla="*/ 5 h 39"/>
                <a:gd name="connsiteX0" fmla="*/ 0 w 73"/>
                <a:gd name="connsiteY0" fmla="*/ 0 h 34"/>
                <a:gd name="connsiteX1" fmla="*/ 73 w 73"/>
                <a:gd name="connsiteY1" fmla="*/ 2 h 34"/>
                <a:gd name="connsiteX2" fmla="*/ 20 w 73"/>
                <a:gd name="connsiteY2" fmla="*/ 34 h 34"/>
                <a:gd name="connsiteX3" fmla="*/ 0 w 73"/>
                <a:gd name="connsiteY3" fmla="*/ 0 h 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" h="34">
                  <a:moveTo>
                    <a:pt x="0" y="0"/>
                  </a:moveTo>
                  <a:cubicBezTo>
                    <a:pt x="24" y="1"/>
                    <a:pt x="49" y="1"/>
                    <a:pt x="73" y="2"/>
                  </a:cubicBezTo>
                  <a:lnTo>
                    <a:pt x="20" y="34"/>
                  </a:lnTo>
                  <a:cubicBezTo>
                    <a:pt x="13" y="23"/>
                    <a:pt x="7" y="1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0" name="Freeform 103"/>
            <p:cNvSpPr>
              <a:spLocks/>
            </p:cNvSpPr>
            <p:nvPr/>
          </p:nvSpPr>
          <p:spPr bwMode="ltGray">
            <a:xfrm>
              <a:off x="1739" y="2"/>
              <a:ext cx="314" cy="131"/>
            </a:xfrm>
            <a:custGeom>
              <a:avLst/>
              <a:gdLst>
                <a:gd name="connsiteX0" fmla="*/ 607 w 638"/>
                <a:gd name="connsiteY0" fmla="*/ 0 h 353"/>
                <a:gd name="connsiteX1" fmla="*/ 638 w 638"/>
                <a:gd name="connsiteY1" fmla="*/ 71 h 353"/>
                <a:gd name="connsiteX2" fmla="*/ 33 w 638"/>
                <a:gd name="connsiteY2" fmla="*/ 353 h 353"/>
                <a:gd name="connsiteX3" fmla="*/ 0 w 638"/>
                <a:gd name="connsiteY3" fmla="*/ 284 h 353"/>
                <a:gd name="connsiteX4" fmla="*/ 129 w 638"/>
                <a:gd name="connsiteY4" fmla="*/ 222 h 353"/>
                <a:gd name="connsiteX5" fmla="*/ 607 w 638"/>
                <a:gd name="connsiteY5" fmla="*/ 0 h 353"/>
                <a:gd name="connsiteX0" fmla="*/ 607 w 638"/>
                <a:gd name="connsiteY0" fmla="*/ 0 h 353"/>
                <a:gd name="connsiteX1" fmla="*/ 638 w 638"/>
                <a:gd name="connsiteY1" fmla="*/ 71 h 353"/>
                <a:gd name="connsiteX2" fmla="*/ 314 w 638"/>
                <a:gd name="connsiteY2" fmla="*/ 222 h 353"/>
                <a:gd name="connsiteX3" fmla="*/ 33 w 638"/>
                <a:gd name="connsiteY3" fmla="*/ 353 h 353"/>
                <a:gd name="connsiteX4" fmla="*/ 0 w 638"/>
                <a:gd name="connsiteY4" fmla="*/ 284 h 353"/>
                <a:gd name="connsiteX5" fmla="*/ 129 w 638"/>
                <a:gd name="connsiteY5" fmla="*/ 222 h 353"/>
                <a:gd name="connsiteX6" fmla="*/ 607 w 638"/>
                <a:gd name="connsiteY6" fmla="*/ 0 h 353"/>
                <a:gd name="connsiteX0" fmla="*/ 129 w 638"/>
                <a:gd name="connsiteY0" fmla="*/ 151 h 282"/>
                <a:gd name="connsiteX1" fmla="*/ 638 w 638"/>
                <a:gd name="connsiteY1" fmla="*/ 0 h 282"/>
                <a:gd name="connsiteX2" fmla="*/ 314 w 638"/>
                <a:gd name="connsiteY2" fmla="*/ 151 h 282"/>
                <a:gd name="connsiteX3" fmla="*/ 33 w 638"/>
                <a:gd name="connsiteY3" fmla="*/ 282 h 282"/>
                <a:gd name="connsiteX4" fmla="*/ 0 w 638"/>
                <a:gd name="connsiteY4" fmla="*/ 213 h 282"/>
                <a:gd name="connsiteX5" fmla="*/ 129 w 638"/>
                <a:gd name="connsiteY5" fmla="*/ 151 h 282"/>
                <a:gd name="connsiteX0" fmla="*/ 129 w 314"/>
                <a:gd name="connsiteY0" fmla="*/ 0 h 131"/>
                <a:gd name="connsiteX1" fmla="*/ 314 w 314"/>
                <a:gd name="connsiteY1" fmla="*/ 0 h 131"/>
                <a:gd name="connsiteX2" fmla="*/ 33 w 314"/>
                <a:gd name="connsiteY2" fmla="*/ 131 h 131"/>
                <a:gd name="connsiteX3" fmla="*/ 0 w 314"/>
                <a:gd name="connsiteY3" fmla="*/ 62 h 131"/>
                <a:gd name="connsiteX4" fmla="*/ 129 w 314"/>
                <a:gd name="connsiteY4" fmla="*/ 0 h 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4" h="131">
                  <a:moveTo>
                    <a:pt x="129" y="0"/>
                  </a:moveTo>
                  <a:lnTo>
                    <a:pt x="314" y="0"/>
                  </a:lnTo>
                  <a:lnTo>
                    <a:pt x="33" y="131"/>
                  </a:lnTo>
                  <a:lnTo>
                    <a:pt x="0" y="62"/>
                  </a:lnTo>
                  <a:lnTo>
                    <a:pt x="1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1" name="Freeform 104"/>
            <p:cNvSpPr>
              <a:spLocks/>
            </p:cNvSpPr>
            <p:nvPr/>
          </p:nvSpPr>
          <p:spPr bwMode="ltGray">
            <a:xfrm>
              <a:off x="1785" y="-65"/>
              <a:ext cx="654" cy="301"/>
            </a:xfrm>
            <a:custGeom>
              <a:avLst/>
              <a:gdLst/>
              <a:ahLst/>
              <a:cxnLst>
                <a:cxn ang="0">
                  <a:pos x="629" y="0"/>
                </a:cxn>
                <a:cxn ang="0">
                  <a:pos x="654" y="73"/>
                </a:cxn>
                <a:cxn ang="0">
                  <a:pos x="26" y="301"/>
                </a:cxn>
                <a:cxn ang="0">
                  <a:pos x="0" y="229"/>
                </a:cxn>
                <a:cxn ang="0">
                  <a:pos x="629" y="0"/>
                </a:cxn>
              </a:cxnLst>
              <a:rect l="0" t="0" r="r" b="b"/>
              <a:pathLst>
                <a:path w="654" h="301">
                  <a:moveTo>
                    <a:pt x="629" y="0"/>
                  </a:moveTo>
                  <a:lnTo>
                    <a:pt x="654" y="73"/>
                  </a:lnTo>
                  <a:lnTo>
                    <a:pt x="26" y="301"/>
                  </a:lnTo>
                  <a:lnTo>
                    <a:pt x="0" y="229"/>
                  </a:lnTo>
                  <a:lnTo>
                    <a:pt x="6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2" name="Freeform 105"/>
            <p:cNvSpPr>
              <a:spLocks/>
            </p:cNvSpPr>
            <p:nvPr/>
          </p:nvSpPr>
          <p:spPr bwMode="ltGray">
            <a:xfrm>
              <a:off x="1821" y="94"/>
              <a:ext cx="666" cy="248"/>
            </a:xfrm>
            <a:custGeom>
              <a:avLst/>
              <a:gdLst/>
              <a:ahLst/>
              <a:cxnLst>
                <a:cxn ang="0">
                  <a:pos x="647" y="0"/>
                </a:cxn>
                <a:cxn ang="0">
                  <a:pos x="666" y="75"/>
                </a:cxn>
                <a:cxn ang="0">
                  <a:pos x="20" y="248"/>
                </a:cxn>
                <a:cxn ang="0">
                  <a:pos x="0" y="174"/>
                </a:cxn>
                <a:cxn ang="0">
                  <a:pos x="647" y="0"/>
                </a:cxn>
              </a:cxnLst>
              <a:rect l="0" t="0" r="r" b="b"/>
              <a:pathLst>
                <a:path w="666" h="248">
                  <a:moveTo>
                    <a:pt x="647" y="0"/>
                  </a:moveTo>
                  <a:lnTo>
                    <a:pt x="666" y="75"/>
                  </a:lnTo>
                  <a:lnTo>
                    <a:pt x="20" y="248"/>
                  </a:lnTo>
                  <a:lnTo>
                    <a:pt x="0" y="174"/>
                  </a:lnTo>
                  <a:lnTo>
                    <a:pt x="64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3" name="Freeform 106"/>
            <p:cNvSpPr>
              <a:spLocks/>
            </p:cNvSpPr>
            <p:nvPr/>
          </p:nvSpPr>
          <p:spPr bwMode="ltGray">
            <a:xfrm>
              <a:off x="1848" y="258"/>
              <a:ext cx="673" cy="192"/>
            </a:xfrm>
            <a:custGeom>
              <a:avLst/>
              <a:gdLst/>
              <a:ahLst/>
              <a:cxnLst>
                <a:cxn ang="0">
                  <a:pos x="659" y="0"/>
                </a:cxn>
                <a:cxn ang="0">
                  <a:pos x="673" y="76"/>
                </a:cxn>
                <a:cxn ang="0">
                  <a:pos x="14" y="192"/>
                </a:cxn>
                <a:cxn ang="0">
                  <a:pos x="0" y="116"/>
                </a:cxn>
                <a:cxn ang="0">
                  <a:pos x="659" y="0"/>
                </a:cxn>
              </a:cxnLst>
              <a:rect l="0" t="0" r="r" b="b"/>
              <a:pathLst>
                <a:path w="673" h="192">
                  <a:moveTo>
                    <a:pt x="659" y="0"/>
                  </a:moveTo>
                  <a:lnTo>
                    <a:pt x="673" y="76"/>
                  </a:lnTo>
                  <a:lnTo>
                    <a:pt x="14" y="192"/>
                  </a:lnTo>
                  <a:lnTo>
                    <a:pt x="0" y="116"/>
                  </a:lnTo>
                  <a:lnTo>
                    <a:pt x="6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4" name="Freeform 107"/>
            <p:cNvSpPr>
              <a:spLocks/>
            </p:cNvSpPr>
            <p:nvPr/>
          </p:nvSpPr>
          <p:spPr bwMode="ltGray">
            <a:xfrm>
              <a:off x="1867" y="424"/>
              <a:ext cx="673" cy="136"/>
            </a:xfrm>
            <a:custGeom>
              <a:avLst/>
              <a:gdLst/>
              <a:ahLst/>
              <a:cxnLst>
                <a:cxn ang="0">
                  <a:pos x="666" y="0"/>
                </a:cxn>
                <a:cxn ang="0">
                  <a:pos x="673" y="78"/>
                </a:cxn>
                <a:cxn ang="0">
                  <a:pos x="6" y="136"/>
                </a:cxn>
                <a:cxn ang="0">
                  <a:pos x="0" y="59"/>
                </a:cxn>
                <a:cxn ang="0">
                  <a:pos x="666" y="0"/>
                </a:cxn>
              </a:cxnLst>
              <a:rect l="0" t="0" r="r" b="b"/>
              <a:pathLst>
                <a:path w="673" h="136">
                  <a:moveTo>
                    <a:pt x="666" y="0"/>
                  </a:moveTo>
                  <a:lnTo>
                    <a:pt x="673" y="78"/>
                  </a:lnTo>
                  <a:lnTo>
                    <a:pt x="6" y="136"/>
                  </a:lnTo>
                  <a:lnTo>
                    <a:pt x="0" y="59"/>
                  </a:lnTo>
                  <a:lnTo>
                    <a:pt x="6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5" name="Rectangle 108"/>
            <p:cNvSpPr>
              <a:spLocks noChangeArrowheads="1"/>
            </p:cNvSpPr>
            <p:nvPr/>
          </p:nvSpPr>
          <p:spPr bwMode="ltGray">
            <a:xfrm>
              <a:off x="1875" y="593"/>
              <a:ext cx="669" cy="77"/>
            </a:xfrm>
            <a:prstGeom prst="rect">
              <a:avLst/>
            </a:prstGeom>
            <a:grpFill/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6" name="Freeform 109"/>
            <p:cNvSpPr>
              <a:spLocks/>
            </p:cNvSpPr>
            <p:nvPr/>
          </p:nvSpPr>
          <p:spPr bwMode="ltGray">
            <a:xfrm>
              <a:off x="1867" y="703"/>
              <a:ext cx="673" cy="135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673" y="59"/>
                </a:cxn>
                <a:cxn ang="0">
                  <a:pos x="667" y="135"/>
                </a:cxn>
                <a:cxn ang="0">
                  <a:pos x="0" y="76"/>
                </a:cxn>
                <a:cxn ang="0">
                  <a:pos x="7" y="0"/>
                </a:cxn>
              </a:cxnLst>
              <a:rect l="0" t="0" r="r" b="b"/>
              <a:pathLst>
                <a:path w="673" h="135">
                  <a:moveTo>
                    <a:pt x="7" y="0"/>
                  </a:moveTo>
                  <a:lnTo>
                    <a:pt x="673" y="59"/>
                  </a:lnTo>
                  <a:lnTo>
                    <a:pt x="667" y="135"/>
                  </a:lnTo>
                  <a:lnTo>
                    <a:pt x="0" y="76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7" name="Freeform 110"/>
            <p:cNvSpPr>
              <a:spLocks/>
            </p:cNvSpPr>
            <p:nvPr/>
          </p:nvSpPr>
          <p:spPr bwMode="ltGray">
            <a:xfrm>
              <a:off x="1849" y="813"/>
              <a:ext cx="674" cy="192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674" y="116"/>
                </a:cxn>
                <a:cxn ang="0">
                  <a:pos x="660" y="192"/>
                </a:cxn>
                <a:cxn ang="0">
                  <a:pos x="0" y="75"/>
                </a:cxn>
                <a:cxn ang="0">
                  <a:pos x="14" y="0"/>
                </a:cxn>
              </a:cxnLst>
              <a:rect l="0" t="0" r="r" b="b"/>
              <a:pathLst>
                <a:path w="674" h="192">
                  <a:moveTo>
                    <a:pt x="14" y="0"/>
                  </a:moveTo>
                  <a:lnTo>
                    <a:pt x="674" y="116"/>
                  </a:lnTo>
                  <a:lnTo>
                    <a:pt x="660" y="192"/>
                  </a:lnTo>
                  <a:lnTo>
                    <a:pt x="0" y="75"/>
                  </a:ln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8" name="Freeform 111"/>
            <p:cNvSpPr>
              <a:spLocks/>
            </p:cNvSpPr>
            <p:nvPr/>
          </p:nvSpPr>
          <p:spPr bwMode="ltGray">
            <a:xfrm>
              <a:off x="1822" y="921"/>
              <a:ext cx="667" cy="247"/>
            </a:xfrm>
            <a:custGeom>
              <a:avLst/>
              <a:gdLst/>
              <a:ahLst/>
              <a:cxnLst>
                <a:cxn ang="0">
                  <a:pos x="20" y="0"/>
                </a:cxn>
                <a:cxn ang="0">
                  <a:pos x="667" y="173"/>
                </a:cxn>
                <a:cxn ang="0">
                  <a:pos x="647" y="247"/>
                </a:cxn>
                <a:cxn ang="0">
                  <a:pos x="0" y="74"/>
                </a:cxn>
                <a:cxn ang="0">
                  <a:pos x="20" y="0"/>
                </a:cxn>
              </a:cxnLst>
              <a:rect l="0" t="0" r="r" b="b"/>
              <a:pathLst>
                <a:path w="667" h="247">
                  <a:moveTo>
                    <a:pt x="20" y="0"/>
                  </a:moveTo>
                  <a:lnTo>
                    <a:pt x="667" y="173"/>
                  </a:lnTo>
                  <a:lnTo>
                    <a:pt x="647" y="247"/>
                  </a:lnTo>
                  <a:lnTo>
                    <a:pt x="0" y="74"/>
                  </a:lnTo>
                  <a:lnTo>
                    <a:pt x="2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9" name="Freeform 112"/>
            <p:cNvSpPr>
              <a:spLocks/>
            </p:cNvSpPr>
            <p:nvPr/>
          </p:nvSpPr>
          <p:spPr bwMode="ltGray">
            <a:xfrm>
              <a:off x="1787" y="1027"/>
              <a:ext cx="655" cy="301"/>
            </a:xfrm>
            <a:custGeom>
              <a:avLst/>
              <a:gdLst/>
              <a:ahLst/>
              <a:cxnLst>
                <a:cxn ang="0">
                  <a:pos x="26" y="0"/>
                </a:cxn>
                <a:cxn ang="0">
                  <a:pos x="655" y="229"/>
                </a:cxn>
                <a:cxn ang="0">
                  <a:pos x="629" y="301"/>
                </a:cxn>
                <a:cxn ang="0">
                  <a:pos x="0" y="72"/>
                </a:cxn>
                <a:cxn ang="0">
                  <a:pos x="26" y="0"/>
                </a:cxn>
              </a:cxnLst>
              <a:rect l="0" t="0" r="r" b="b"/>
              <a:pathLst>
                <a:path w="655" h="301">
                  <a:moveTo>
                    <a:pt x="26" y="0"/>
                  </a:moveTo>
                  <a:lnTo>
                    <a:pt x="655" y="229"/>
                  </a:lnTo>
                  <a:lnTo>
                    <a:pt x="629" y="301"/>
                  </a:lnTo>
                  <a:lnTo>
                    <a:pt x="0" y="72"/>
                  </a:lnTo>
                  <a:lnTo>
                    <a:pt x="2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0" name="Freeform 113"/>
            <p:cNvSpPr>
              <a:spLocks/>
            </p:cNvSpPr>
            <p:nvPr/>
          </p:nvSpPr>
          <p:spPr bwMode="ltGray">
            <a:xfrm>
              <a:off x="1742" y="1130"/>
              <a:ext cx="639" cy="353"/>
            </a:xfrm>
            <a:custGeom>
              <a:avLst/>
              <a:gdLst/>
              <a:ahLst/>
              <a:cxnLst>
                <a:cxn ang="0">
                  <a:pos x="32" y="0"/>
                </a:cxn>
                <a:cxn ang="0">
                  <a:pos x="639" y="283"/>
                </a:cxn>
                <a:cxn ang="0">
                  <a:pos x="606" y="353"/>
                </a:cxn>
                <a:cxn ang="0">
                  <a:pos x="0" y="70"/>
                </a:cxn>
                <a:cxn ang="0">
                  <a:pos x="32" y="0"/>
                </a:cxn>
              </a:cxnLst>
              <a:rect l="0" t="0" r="r" b="b"/>
              <a:pathLst>
                <a:path w="639" h="353">
                  <a:moveTo>
                    <a:pt x="32" y="0"/>
                  </a:moveTo>
                  <a:lnTo>
                    <a:pt x="639" y="283"/>
                  </a:lnTo>
                  <a:lnTo>
                    <a:pt x="606" y="353"/>
                  </a:lnTo>
                  <a:lnTo>
                    <a:pt x="0" y="70"/>
                  </a:lnTo>
                  <a:lnTo>
                    <a:pt x="3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1" name="Freeform 114"/>
            <p:cNvSpPr>
              <a:spLocks/>
            </p:cNvSpPr>
            <p:nvPr/>
          </p:nvSpPr>
          <p:spPr bwMode="ltGray">
            <a:xfrm>
              <a:off x="1689" y="1230"/>
              <a:ext cx="617" cy="400"/>
            </a:xfrm>
            <a:custGeom>
              <a:avLst/>
              <a:gdLst/>
              <a:ahLst/>
              <a:cxnLst>
                <a:cxn ang="0">
                  <a:pos x="37" y="0"/>
                </a:cxn>
                <a:cxn ang="0">
                  <a:pos x="617" y="334"/>
                </a:cxn>
                <a:cxn ang="0">
                  <a:pos x="579" y="400"/>
                </a:cxn>
                <a:cxn ang="0">
                  <a:pos x="0" y="66"/>
                </a:cxn>
                <a:cxn ang="0">
                  <a:pos x="37" y="0"/>
                </a:cxn>
              </a:cxnLst>
              <a:rect l="0" t="0" r="r" b="b"/>
              <a:pathLst>
                <a:path w="617" h="400">
                  <a:moveTo>
                    <a:pt x="37" y="0"/>
                  </a:moveTo>
                  <a:lnTo>
                    <a:pt x="617" y="334"/>
                  </a:lnTo>
                  <a:lnTo>
                    <a:pt x="579" y="400"/>
                  </a:lnTo>
                  <a:lnTo>
                    <a:pt x="0" y="66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2" name="Freeform 115"/>
            <p:cNvSpPr>
              <a:spLocks/>
            </p:cNvSpPr>
            <p:nvPr/>
          </p:nvSpPr>
          <p:spPr bwMode="ltGray">
            <a:xfrm>
              <a:off x="1627" y="1325"/>
              <a:ext cx="592" cy="446"/>
            </a:xfrm>
            <a:custGeom>
              <a:avLst/>
              <a:gdLst/>
              <a:ahLst/>
              <a:cxnLst>
                <a:cxn ang="0">
                  <a:pos x="44" y="0"/>
                </a:cxn>
                <a:cxn ang="0">
                  <a:pos x="592" y="383"/>
                </a:cxn>
                <a:cxn ang="0">
                  <a:pos x="548" y="446"/>
                </a:cxn>
                <a:cxn ang="0">
                  <a:pos x="0" y="62"/>
                </a:cxn>
                <a:cxn ang="0">
                  <a:pos x="44" y="0"/>
                </a:cxn>
              </a:cxnLst>
              <a:rect l="0" t="0" r="r" b="b"/>
              <a:pathLst>
                <a:path w="592" h="446">
                  <a:moveTo>
                    <a:pt x="44" y="0"/>
                  </a:moveTo>
                  <a:lnTo>
                    <a:pt x="592" y="383"/>
                  </a:lnTo>
                  <a:lnTo>
                    <a:pt x="548" y="446"/>
                  </a:lnTo>
                  <a:lnTo>
                    <a:pt x="0" y="62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3" name="Freeform 116"/>
            <p:cNvSpPr>
              <a:spLocks/>
            </p:cNvSpPr>
            <p:nvPr/>
          </p:nvSpPr>
          <p:spPr bwMode="ltGray">
            <a:xfrm>
              <a:off x="1558" y="1414"/>
              <a:ext cx="562" cy="489"/>
            </a:xfrm>
            <a:custGeom>
              <a:avLst/>
              <a:gdLst/>
              <a:ahLst/>
              <a:cxnLst>
                <a:cxn ang="0">
                  <a:pos x="49" y="0"/>
                </a:cxn>
                <a:cxn ang="0">
                  <a:pos x="562" y="430"/>
                </a:cxn>
                <a:cxn ang="0">
                  <a:pos x="511" y="489"/>
                </a:cxn>
                <a:cxn ang="0">
                  <a:pos x="0" y="58"/>
                </a:cxn>
                <a:cxn ang="0">
                  <a:pos x="49" y="0"/>
                </a:cxn>
              </a:cxnLst>
              <a:rect l="0" t="0" r="r" b="b"/>
              <a:pathLst>
                <a:path w="562" h="489">
                  <a:moveTo>
                    <a:pt x="49" y="0"/>
                  </a:moveTo>
                  <a:lnTo>
                    <a:pt x="562" y="430"/>
                  </a:lnTo>
                  <a:lnTo>
                    <a:pt x="511" y="489"/>
                  </a:lnTo>
                  <a:lnTo>
                    <a:pt x="0" y="58"/>
                  </a:lnTo>
                  <a:lnTo>
                    <a:pt x="4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4" name="Freeform 117"/>
            <p:cNvSpPr>
              <a:spLocks/>
            </p:cNvSpPr>
            <p:nvPr/>
          </p:nvSpPr>
          <p:spPr bwMode="ltGray">
            <a:xfrm>
              <a:off x="1480" y="1498"/>
              <a:ext cx="529" cy="527"/>
            </a:xfrm>
            <a:custGeom>
              <a:avLst/>
              <a:gdLst/>
              <a:ahLst/>
              <a:cxnLst>
                <a:cxn ang="0">
                  <a:pos x="56" y="0"/>
                </a:cxn>
                <a:cxn ang="0">
                  <a:pos x="529" y="473"/>
                </a:cxn>
                <a:cxn ang="0">
                  <a:pos x="474" y="527"/>
                </a:cxn>
                <a:cxn ang="0">
                  <a:pos x="0" y="54"/>
                </a:cxn>
                <a:cxn ang="0">
                  <a:pos x="56" y="0"/>
                </a:cxn>
              </a:cxnLst>
              <a:rect l="0" t="0" r="r" b="b"/>
              <a:pathLst>
                <a:path w="529" h="527">
                  <a:moveTo>
                    <a:pt x="56" y="0"/>
                  </a:moveTo>
                  <a:lnTo>
                    <a:pt x="529" y="473"/>
                  </a:lnTo>
                  <a:lnTo>
                    <a:pt x="474" y="527"/>
                  </a:lnTo>
                  <a:lnTo>
                    <a:pt x="0" y="54"/>
                  </a:lnTo>
                  <a:lnTo>
                    <a:pt x="5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5" name="Freeform 118"/>
            <p:cNvSpPr>
              <a:spLocks/>
            </p:cNvSpPr>
            <p:nvPr/>
          </p:nvSpPr>
          <p:spPr bwMode="ltGray">
            <a:xfrm>
              <a:off x="1397" y="1574"/>
              <a:ext cx="490" cy="562"/>
            </a:xfrm>
            <a:custGeom>
              <a:avLst/>
              <a:gdLst/>
              <a:ahLst/>
              <a:cxnLst>
                <a:cxn ang="0">
                  <a:pos x="59" y="0"/>
                </a:cxn>
                <a:cxn ang="0">
                  <a:pos x="490" y="513"/>
                </a:cxn>
                <a:cxn ang="0">
                  <a:pos x="430" y="562"/>
                </a:cxn>
                <a:cxn ang="0">
                  <a:pos x="0" y="51"/>
                </a:cxn>
                <a:cxn ang="0">
                  <a:pos x="59" y="0"/>
                </a:cxn>
              </a:cxnLst>
              <a:rect l="0" t="0" r="r" b="b"/>
              <a:pathLst>
                <a:path w="490" h="562">
                  <a:moveTo>
                    <a:pt x="59" y="0"/>
                  </a:moveTo>
                  <a:lnTo>
                    <a:pt x="490" y="513"/>
                  </a:lnTo>
                  <a:lnTo>
                    <a:pt x="430" y="562"/>
                  </a:lnTo>
                  <a:lnTo>
                    <a:pt x="0" y="51"/>
                  </a:lnTo>
                  <a:lnTo>
                    <a:pt x="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6" name="Freeform 119"/>
            <p:cNvSpPr>
              <a:spLocks/>
            </p:cNvSpPr>
            <p:nvPr/>
          </p:nvSpPr>
          <p:spPr bwMode="ltGray">
            <a:xfrm>
              <a:off x="1308" y="1644"/>
              <a:ext cx="446" cy="593"/>
            </a:xfrm>
            <a:custGeom>
              <a:avLst/>
              <a:gdLst/>
              <a:ahLst/>
              <a:cxnLst>
                <a:cxn ang="0">
                  <a:pos x="64" y="0"/>
                </a:cxn>
                <a:cxn ang="0">
                  <a:pos x="446" y="548"/>
                </a:cxn>
                <a:cxn ang="0">
                  <a:pos x="384" y="593"/>
                </a:cxn>
                <a:cxn ang="0">
                  <a:pos x="0" y="45"/>
                </a:cxn>
                <a:cxn ang="0">
                  <a:pos x="64" y="0"/>
                </a:cxn>
              </a:cxnLst>
              <a:rect l="0" t="0" r="r" b="b"/>
              <a:pathLst>
                <a:path w="446" h="593">
                  <a:moveTo>
                    <a:pt x="64" y="0"/>
                  </a:moveTo>
                  <a:lnTo>
                    <a:pt x="446" y="548"/>
                  </a:lnTo>
                  <a:lnTo>
                    <a:pt x="384" y="593"/>
                  </a:lnTo>
                  <a:lnTo>
                    <a:pt x="0" y="45"/>
                  </a:lnTo>
                  <a:lnTo>
                    <a:pt x="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7" name="Freeform 120"/>
            <p:cNvSpPr>
              <a:spLocks/>
            </p:cNvSpPr>
            <p:nvPr/>
          </p:nvSpPr>
          <p:spPr bwMode="ltGray">
            <a:xfrm>
              <a:off x="1214" y="1707"/>
              <a:ext cx="401" cy="618"/>
            </a:xfrm>
            <a:custGeom>
              <a:avLst/>
              <a:gdLst/>
              <a:ahLst/>
              <a:cxnLst>
                <a:cxn ang="0">
                  <a:pos x="66" y="0"/>
                </a:cxn>
                <a:cxn ang="0">
                  <a:pos x="401" y="579"/>
                </a:cxn>
                <a:cxn ang="0">
                  <a:pos x="334" y="618"/>
                </a:cxn>
                <a:cxn ang="0">
                  <a:pos x="0" y="38"/>
                </a:cxn>
                <a:cxn ang="0">
                  <a:pos x="66" y="0"/>
                </a:cxn>
              </a:cxnLst>
              <a:rect l="0" t="0" r="r" b="b"/>
              <a:pathLst>
                <a:path w="401" h="618">
                  <a:moveTo>
                    <a:pt x="66" y="0"/>
                  </a:moveTo>
                  <a:lnTo>
                    <a:pt x="401" y="579"/>
                  </a:lnTo>
                  <a:lnTo>
                    <a:pt x="334" y="618"/>
                  </a:lnTo>
                  <a:lnTo>
                    <a:pt x="0" y="38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8" name="Freeform 121"/>
            <p:cNvSpPr>
              <a:spLocks/>
            </p:cNvSpPr>
            <p:nvPr/>
          </p:nvSpPr>
          <p:spPr bwMode="ltGray">
            <a:xfrm>
              <a:off x="1115" y="1760"/>
              <a:ext cx="353" cy="640"/>
            </a:xfrm>
            <a:custGeom>
              <a:avLst/>
              <a:gdLst/>
              <a:ahLst/>
              <a:cxnLst>
                <a:cxn ang="0">
                  <a:pos x="69" y="0"/>
                </a:cxn>
                <a:cxn ang="0">
                  <a:pos x="353" y="607"/>
                </a:cxn>
                <a:cxn ang="0">
                  <a:pos x="282" y="640"/>
                </a:cxn>
                <a:cxn ang="0">
                  <a:pos x="0" y="33"/>
                </a:cxn>
                <a:cxn ang="0">
                  <a:pos x="69" y="0"/>
                </a:cxn>
              </a:cxnLst>
              <a:rect l="0" t="0" r="r" b="b"/>
              <a:pathLst>
                <a:path w="353" h="640">
                  <a:moveTo>
                    <a:pt x="69" y="0"/>
                  </a:moveTo>
                  <a:lnTo>
                    <a:pt x="353" y="607"/>
                  </a:lnTo>
                  <a:lnTo>
                    <a:pt x="282" y="640"/>
                  </a:lnTo>
                  <a:lnTo>
                    <a:pt x="0" y="33"/>
                  </a:lnTo>
                  <a:lnTo>
                    <a:pt x="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9" name="Freeform 122"/>
            <p:cNvSpPr>
              <a:spLocks/>
            </p:cNvSpPr>
            <p:nvPr/>
          </p:nvSpPr>
          <p:spPr bwMode="ltGray">
            <a:xfrm>
              <a:off x="1012" y="1806"/>
              <a:ext cx="301" cy="656"/>
            </a:xfrm>
            <a:custGeom>
              <a:avLst/>
              <a:gdLst/>
              <a:ahLst/>
              <a:cxnLst>
                <a:cxn ang="0">
                  <a:pos x="72" y="0"/>
                </a:cxn>
                <a:cxn ang="0">
                  <a:pos x="301" y="629"/>
                </a:cxn>
                <a:cxn ang="0">
                  <a:pos x="228" y="656"/>
                </a:cxn>
                <a:cxn ang="0">
                  <a:pos x="0" y="27"/>
                </a:cxn>
                <a:cxn ang="0">
                  <a:pos x="72" y="0"/>
                </a:cxn>
              </a:cxnLst>
              <a:rect l="0" t="0" r="r" b="b"/>
              <a:pathLst>
                <a:path w="301" h="656">
                  <a:moveTo>
                    <a:pt x="72" y="0"/>
                  </a:moveTo>
                  <a:lnTo>
                    <a:pt x="301" y="629"/>
                  </a:lnTo>
                  <a:lnTo>
                    <a:pt x="228" y="656"/>
                  </a:lnTo>
                  <a:lnTo>
                    <a:pt x="0" y="27"/>
                  </a:lnTo>
                  <a:lnTo>
                    <a:pt x="7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0" name="Freeform 123"/>
            <p:cNvSpPr>
              <a:spLocks/>
            </p:cNvSpPr>
            <p:nvPr/>
          </p:nvSpPr>
          <p:spPr bwMode="ltGray">
            <a:xfrm>
              <a:off x="906" y="1844"/>
              <a:ext cx="248" cy="666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248" y="646"/>
                </a:cxn>
                <a:cxn ang="0">
                  <a:pos x="173" y="666"/>
                </a:cxn>
                <a:cxn ang="0">
                  <a:pos x="0" y="18"/>
                </a:cxn>
                <a:cxn ang="0">
                  <a:pos x="74" y="0"/>
                </a:cxn>
              </a:cxnLst>
              <a:rect l="0" t="0" r="r" b="b"/>
              <a:pathLst>
                <a:path w="248" h="666">
                  <a:moveTo>
                    <a:pt x="74" y="0"/>
                  </a:moveTo>
                  <a:lnTo>
                    <a:pt x="248" y="646"/>
                  </a:lnTo>
                  <a:lnTo>
                    <a:pt x="173" y="666"/>
                  </a:lnTo>
                  <a:lnTo>
                    <a:pt x="0" y="18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1" name="Freeform 124"/>
            <p:cNvSpPr>
              <a:spLocks/>
            </p:cNvSpPr>
            <p:nvPr/>
          </p:nvSpPr>
          <p:spPr bwMode="ltGray">
            <a:xfrm>
              <a:off x="798" y="1870"/>
              <a:ext cx="192" cy="673"/>
            </a:xfrm>
            <a:custGeom>
              <a:avLst/>
              <a:gdLst/>
              <a:ahLst/>
              <a:cxnLst>
                <a:cxn ang="0">
                  <a:pos x="76" y="0"/>
                </a:cxn>
                <a:cxn ang="0">
                  <a:pos x="192" y="660"/>
                </a:cxn>
                <a:cxn ang="0">
                  <a:pos x="116" y="673"/>
                </a:cxn>
                <a:cxn ang="0">
                  <a:pos x="0" y="13"/>
                </a:cxn>
                <a:cxn ang="0">
                  <a:pos x="76" y="0"/>
                </a:cxn>
              </a:cxnLst>
              <a:rect l="0" t="0" r="r" b="b"/>
              <a:pathLst>
                <a:path w="192" h="673">
                  <a:moveTo>
                    <a:pt x="76" y="0"/>
                  </a:moveTo>
                  <a:lnTo>
                    <a:pt x="192" y="660"/>
                  </a:lnTo>
                  <a:lnTo>
                    <a:pt x="116" y="673"/>
                  </a:lnTo>
                  <a:lnTo>
                    <a:pt x="0" y="13"/>
                  </a:lnTo>
                  <a:lnTo>
                    <a:pt x="7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2" name="Freeform 125"/>
            <p:cNvSpPr>
              <a:spLocks/>
            </p:cNvSpPr>
            <p:nvPr/>
          </p:nvSpPr>
          <p:spPr bwMode="ltGray">
            <a:xfrm>
              <a:off x="688" y="1888"/>
              <a:ext cx="136" cy="673"/>
            </a:xfrm>
            <a:custGeom>
              <a:avLst/>
              <a:gdLst/>
              <a:ahLst/>
              <a:cxnLst>
                <a:cxn ang="0">
                  <a:pos x="77" y="0"/>
                </a:cxn>
                <a:cxn ang="0">
                  <a:pos x="136" y="667"/>
                </a:cxn>
                <a:cxn ang="0">
                  <a:pos x="58" y="673"/>
                </a:cxn>
                <a:cxn ang="0">
                  <a:pos x="0" y="7"/>
                </a:cxn>
                <a:cxn ang="0">
                  <a:pos x="77" y="0"/>
                </a:cxn>
              </a:cxnLst>
              <a:rect l="0" t="0" r="r" b="b"/>
              <a:pathLst>
                <a:path w="136" h="673">
                  <a:moveTo>
                    <a:pt x="77" y="0"/>
                  </a:moveTo>
                  <a:lnTo>
                    <a:pt x="136" y="667"/>
                  </a:lnTo>
                  <a:lnTo>
                    <a:pt x="58" y="673"/>
                  </a:lnTo>
                  <a:lnTo>
                    <a:pt x="0" y="7"/>
                  </a:lnTo>
                  <a:lnTo>
                    <a:pt x="7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3" name="Rectangle 126"/>
            <p:cNvSpPr>
              <a:spLocks noChangeArrowheads="1"/>
            </p:cNvSpPr>
            <p:nvPr/>
          </p:nvSpPr>
          <p:spPr bwMode="ltGray">
            <a:xfrm>
              <a:off x="578" y="1896"/>
              <a:ext cx="77" cy="670"/>
            </a:xfrm>
            <a:prstGeom prst="rect">
              <a:avLst/>
            </a:prstGeom>
            <a:grpFill/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4" name="Freeform 127"/>
            <p:cNvSpPr>
              <a:spLocks/>
            </p:cNvSpPr>
            <p:nvPr/>
          </p:nvSpPr>
          <p:spPr bwMode="ltGray">
            <a:xfrm>
              <a:off x="410" y="1889"/>
              <a:ext cx="135" cy="673"/>
            </a:xfrm>
            <a:custGeom>
              <a:avLst/>
              <a:gdLst/>
              <a:ahLst/>
              <a:cxnLst>
                <a:cxn ang="0">
                  <a:pos x="59" y="0"/>
                </a:cxn>
                <a:cxn ang="0">
                  <a:pos x="135" y="7"/>
                </a:cxn>
                <a:cxn ang="0">
                  <a:pos x="76" y="673"/>
                </a:cxn>
                <a:cxn ang="0">
                  <a:pos x="0" y="666"/>
                </a:cxn>
                <a:cxn ang="0">
                  <a:pos x="59" y="0"/>
                </a:cxn>
              </a:cxnLst>
              <a:rect l="0" t="0" r="r" b="b"/>
              <a:pathLst>
                <a:path w="135" h="673">
                  <a:moveTo>
                    <a:pt x="59" y="0"/>
                  </a:moveTo>
                  <a:lnTo>
                    <a:pt x="135" y="7"/>
                  </a:lnTo>
                  <a:lnTo>
                    <a:pt x="76" y="673"/>
                  </a:lnTo>
                  <a:lnTo>
                    <a:pt x="0" y="666"/>
                  </a:lnTo>
                  <a:lnTo>
                    <a:pt x="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5" name="Freeform 128"/>
            <p:cNvSpPr>
              <a:spLocks/>
            </p:cNvSpPr>
            <p:nvPr/>
          </p:nvSpPr>
          <p:spPr bwMode="ltGray">
            <a:xfrm>
              <a:off x="243" y="1872"/>
              <a:ext cx="192" cy="672"/>
            </a:xfrm>
            <a:custGeom>
              <a:avLst/>
              <a:gdLst/>
              <a:ahLst/>
              <a:cxnLst>
                <a:cxn ang="0">
                  <a:pos x="117" y="0"/>
                </a:cxn>
                <a:cxn ang="0">
                  <a:pos x="192" y="13"/>
                </a:cxn>
                <a:cxn ang="0">
                  <a:pos x="76" y="672"/>
                </a:cxn>
                <a:cxn ang="0">
                  <a:pos x="0" y="659"/>
                </a:cxn>
                <a:cxn ang="0">
                  <a:pos x="117" y="0"/>
                </a:cxn>
              </a:cxnLst>
              <a:rect l="0" t="0" r="r" b="b"/>
              <a:pathLst>
                <a:path w="192" h="672">
                  <a:moveTo>
                    <a:pt x="117" y="0"/>
                  </a:moveTo>
                  <a:lnTo>
                    <a:pt x="192" y="13"/>
                  </a:lnTo>
                  <a:lnTo>
                    <a:pt x="76" y="672"/>
                  </a:lnTo>
                  <a:lnTo>
                    <a:pt x="0" y="659"/>
                  </a:lnTo>
                  <a:lnTo>
                    <a:pt x="11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6" name="Freeform 129"/>
            <p:cNvSpPr>
              <a:spLocks/>
            </p:cNvSpPr>
            <p:nvPr/>
          </p:nvSpPr>
          <p:spPr bwMode="ltGray">
            <a:xfrm>
              <a:off x="80" y="1845"/>
              <a:ext cx="247" cy="666"/>
            </a:xfrm>
            <a:custGeom>
              <a:avLst/>
              <a:gdLst/>
              <a:ahLst/>
              <a:cxnLst>
                <a:cxn ang="0">
                  <a:pos x="172" y="0"/>
                </a:cxn>
                <a:cxn ang="0">
                  <a:pos x="247" y="20"/>
                </a:cxn>
                <a:cxn ang="0">
                  <a:pos x="74" y="666"/>
                </a:cxn>
                <a:cxn ang="0">
                  <a:pos x="0" y="646"/>
                </a:cxn>
                <a:cxn ang="0">
                  <a:pos x="172" y="0"/>
                </a:cxn>
              </a:cxnLst>
              <a:rect l="0" t="0" r="r" b="b"/>
              <a:pathLst>
                <a:path w="247" h="666">
                  <a:moveTo>
                    <a:pt x="172" y="0"/>
                  </a:moveTo>
                  <a:lnTo>
                    <a:pt x="247" y="20"/>
                  </a:lnTo>
                  <a:lnTo>
                    <a:pt x="74" y="666"/>
                  </a:lnTo>
                  <a:lnTo>
                    <a:pt x="0" y="646"/>
                  </a:lnTo>
                  <a:lnTo>
                    <a:pt x="17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7" name="Freeform 130"/>
            <p:cNvSpPr>
              <a:spLocks/>
            </p:cNvSpPr>
            <p:nvPr/>
          </p:nvSpPr>
          <p:spPr bwMode="ltGray">
            <a:xfrm>
              <a:off x="-80" y="1808"/>
              <a:ext cx="301" cy="656"/>
            </a:xfrm>
            <a:custGeom>
              <a:avLst/>
              <a:gdLst/>
              <a:ahLst/>
              <a:cxnLst>
                <a:cxn ang="0">
                  <a:pos x="229" y="0"/>
                </a:cxn>
                <a:cxn ang="0">
                  <a:pos x="301" y="27"/>
                </a:cxn>
                <a:cxn ang="0">
                  <a:pos x="72" y="656"/>
                </a:cxn>
                <a:cxn ang="0">
                  <a:pos x="0" y="629"/>
                </a:cxn>
                <a:cxn ang="0">
                  <a:pos x="229" y="0"/>
                </a:cxn>
              </a:cxnLst>
              <a:rect l="0" t="0" r="r" b="b"/>
              <a:pathLst>
                <a:path w="301" h="656">
                  <a:moveTo>
                    <a:pt x="229" y="0"/>
                  </a:moveTo>
                  <a:lnTo>
                    <a:pt x="301" y="27"/>
                  </a:lnTo>
                  <a:lnTo>
                    <a:pt x="72" y="656"/>
                  </a:lnTo>
                  <a:lnTo>
                    <a:pt x="0" y="629"/>
                  </a:lnTo>
                  <a:lnTo>
                    <a:pt x="2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8" name="Freeform 131"/>
            <p:cNvSpPr>
              <a:spLocks/>
            </p:cNvSpPr>
            <p:nvPr/>
          </p:nvSpPr>
          <p:spPr bwMode="ltGray">
            <a:xfrm>
              <a:off x="-42" y="1764"/>
              <a:ext cx="160" cy="377"/>
            </a:xfrm>
            <a:custGeom>
              <a:avLst/>
              <a:gdLst>
                <a:gd name="connsiteX0" fmla="*/ 283 w 353"/>
                <a:gd name="connsiteY0" fmla="*/ 0 h 639"/>
                <a:gd name="connsiteX1" fmla="*/ 353 w 353"/>
                <a:gd name="connsiteY1" fmla="*/ 33 h 639"/>
                <a:gd name="connsiteX2" fmla="*/ 70 w 353"/>
                <a:gd name="connsiteY2" fmla="*/ 639 h 639"/>
                <a:gd name="connsiteX3" fmla="*/ 0 w 353"/>
                <a:gd name="connsiteY3" fmla="*/ 606 h 639"/>
                <a:gd name="connsiteX4" fmla="*/ 193 w 353"/>
                <a:gd name="connsiteY4" fmla="*/ 193 h 639"/>
                <a:gd name="connsiteX5" fmla="*/ 283 w 353"/>
                <a:gd name="connsiteY5" fmla="*/ 0 h 639"/>
                <a:gd name="connsiteX0" fmla="*/ 283 w 353"/>
                <a:gd name="connsiteY0" fmla="*/ 0 h 639"/>
                <a:gd name="connsiteX1" fmla="*/ 353 w 353"/>
                <a:gd name="connsiteY1" fmla="*/ 33 h 639"/>
                <a:gd name="connsiteX2" fmla="*/ 193 w 353"/>
                <a:gd name="connsiteY2" fmla="*/ 377 h 639"/>
                <a:gd name="connsiteX3" fmla="*/ 70 w 353"/>
                <a:gd name="connsiteY3" fmla="*/ 639 h 639"/>
                <a:gd name="connsiteX4" fmla="*/ 0 w 353"/>
                <a:gd name="connsiteY4" fmla="*/ 606 h 639"/>
                <a:gd name="connsiteX5" fmla="*/ 193 w 353"/>
                <a:gd name="connsiteY5" fmla="*/ 193 h 639"/>
                <a:gd name="connsiteX6" fmla="*/ 283 w 353"/>
                <a:gd name="connsiteY6" fmla="*/ 0 h 639"/>
                <a:gd name="connsiteX0" fmla="*/ 283 w 353"/>
                <a:gd name="connsiteY0" fmla="*/ 0 h 606"/>
                <a:gd name="connsiteX1" fmla="*/ 353 w 353"/>
                <a:gd name="connsiteY1" fmla="*/ 33 h 606"/>
                <a:gd name="connsiteX2" fmla="*/ 193 w 353"/>
                <a:gd name="connsiteY2" fmla="*/ 377 h 606"/>
                <a:gd name="connsiteX3" fmla="*/ 0 w 353"/>
                <a:gd name="connsiteY3" fmla="*/ 606 h 606"/>
                <a:gd name="connsiteX4" fmla="*/ 193 w 353"/>
                <a:gd name="connsiteY4" fmla="*/ 193 h 606"/>
                <a:gd name="connsiteX5" fmla="*/ 283 w 353"/>
                <a:gd name="connsiteY5" fmla="*/ 0 h 606"/>
                <a:gd name="connsiteX0" fmla="*/ 90 w 160"/>
                <a:gd name="connsiteY0" fmla="*/ 0 h 377"/>
                <a:gd name="connsiteX1" fmla="*/ 160 w 160"/>
                <a:gd name="connsiteY1" fmla="*/ 33 h 377"/>
                <a:gd name="connsiteX2" fmla="*/ 0 w 160"/>
                <a:gd name="connsiteY2" fmla="*/ 377 h 377"/>
                <a:gd name="connsiteX3" fmla="*/ 0 w 160"/>
                <a:gd name="connsiteY3" fmla="*/ 193 h 377"/>
                <a:gd name="connsiteX4" fmla="*/ 90 w 160"/>
                <a:gd name="connsiteY4" fmla="*/ 0 h 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" h="377">
                  <a:moveTo>
                    <a:pt x="90" y="0"/>
                  </a:moveTo>
                  <a:lnTo>
                    <a:pt x="160" y="33"/>
                  </a:lnTo>
                  <a:cubicBezTo>
                    <a:pt x="107" y="148"/>
                    <a:pt x="53" y="262"/>
                    <a:pt x="0" y="377"/>
                  </a:cubicBezTo>
                  <a:lnTo>
                    <a:pt x="0" y="193"/>
                  </a:lnTo>
                  <a:cubicBezTo>
                    <a:pt x="30" y="129"/>
                    <a:pt x="60" y="64"/>
                    <a:pt x="9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9" name="Freeform 132"/>
            <p:cNvSpPr>
              <a:spLocks/>
            </p:cNvSpPr>
            <p:nvPr/>
          </p:nvSpPr>
          <p:spPr bwMode="ltGray">
            <a:xfrm>
              <a:off x="-42" y="1714"/>
              <a:ext cx="60" cy="136"/>
            </a:xfrm>
            <a:custGeom>
              <a:avLst/>
              <a:gdLst>
                <a:gd name="connsiteX0" fmla="*/ 334 w 400"/>
                <a:gd name="connsiteY0" fmla="*/ 96 h 714"/>
                <a:gd name="connsiteX1" fmla="*/ 400 w 400"/>
                <a:gd name="connsiteY1" fmla="*/ 135 h 714"/>
                <a:gd name="connsiteX2" fmla="*/ 66 w 400"/>
                <a:gd name="connsiteY2" fmla="*/ 714 h 714"/>
                <a:gd name="connsiteX3" fmla="*/ 0 w 400"/>
                <a:gd name="connsiteY3" fmla="*/ 676 h 714"/>
                <a:gd name="connsiteX4" fmla="*/ 334 w 400"/>
                <a:gd name="connsiteY4" fmla="*/ 96 h 714"/>
                <a:gd name="connsiteX5" fmla="*/ 341 w 400"/>
                <a:gd name="connsiteY5" fmla="*/ 100 h 714"/>
                <a:gd name="connsiteX0" fmla="*/ 334 w 400"/>
                <a:gd name="connsiteY0" fmla="*/ 96 h 714"/>
                <a:gd name="connsiteX1" fmla="*/ 400 w 400"/>
                <a:gd name="connsiteY1" fmla="*/ 135 h 714"/>
                <a:gd name="connsiteX2" fmla="*/ 340 w 400"/>
                <a:gd name="connsiteY2" fmla="*/ 236 h 714"/>
                <a:gd name="connsiteX3" fmla="*/ 66 w 400"/>
                <a:gd name="connsiteY3" fmla="*/ 714 h 714"/>
                <a:gd name="connsiteX4" fmla="*/ 0 w 400"/>
                <a:gd name="connsiteY4" fmla="*/ 676 h 714"/>
                <a:gd name="connsiteX5" fmla="*/ 334 w 400"/>
                <a:gd name="connsiteY5" fmla="*/ 96 h 714"/>
                <a:gd name="connsiteX6" fmla="*/ 341 w 400"/>
                <a:gd name="connsiteY6" fmla="*/ 100 h 714"/>
                <a:gd name="connsiteX7" fmla="*/ 334 w 400"/>
                <a:gd name="connsiteY7" fmla="*/ 96 h 714"/>
                <a:gd name="connsiteX0" fmla="*/ 341 w 400"/>
                <a:gd name="connsiteY0" fmla="*/ 100 h 714"/>
                <a:gd name="connsiteX1" fmla="*/ 400 w 400"/>
                <a:gd name="connsiteY1" fmla="*/ 135 h 714"/>
                <a:gd name="connsiteX2" fmla="*/ 340 w 400"/>
                <a:gd name="connsiteY2" fmla="*/ 236 h 714"/>
                <a:gd name="connsiteX3" fmla="*/ 66 w 400"/>
                <a:gd name="connsiteY3" fmla="*/ 714 h 714"/>
                <a:gd name="connsiteX4" fmla="*/ 0 w 400"/>
                <a:gd name="connsiteY4" fmla="*/ 676 h 714"/>
                <a:gd name="connsiteX5" fmla="*/ 334 w 400"/>
                <a:gd name="connsiteY5" fmla="*/ 96 h 714"/>
                <a:gd name="connsiteX6" fmla="*/ 341 w 400"/>
                <a:gd name="connsiteY6" fmla="*/ 100 h 714"/>
                <a:gd name="connsiteX0" fmla="*/ 341 w 400"/>
                <a:gd name="connsiteY0" fmla="*/ 0 h 614"/>
                <a:gd name="connsiteX1" fmla="*/ 400 w 400"/>
                <a:gd name="connsiteY1" fmla="*/ 35 h 614"/>
                <a:gd name="connsiteX2" fmla="*/ 340 w 400"/>
                <a:gd name="connsiteY2" fmla="*/ 136 h 614"/>
                <a:gd name="connsiteX3" fmla="*/ 66 w 400"/>
                <a:gd name="connsiteY3" fmla="*/ 614 h 614"/>
                <a:gd name="connsiteX4" fmla="*/ 0 w 400"/>
                <a:gd name="connsiteY4" fmla="*/ 576 h 614"/>
                <a:gd name="connsiteX5" fmla="*/ 341 w 400"/>
                <a:gd name="connsiteY5" fmla="*/ 0 h 614"/>
                <a:gd name="connsiteX0" fmla="*/ 341 w 400"/>
                <a:gd name="connsiteY0" fmla="*/ 0 h 614"/>
                <a:gd name="connsiteX1" fmla="*/ 400 w 400"/>
                <a:gd name="connsiteY1" fmla="*/ 35 h 614"/>
                <a:gd name="connsiteX2" fmla="*/ 340 w 400"/>
                <a:gd name="connsiteY2" fmla="*/ 136 h 614"/>
                <a:gd name="connsiteX3" fmla="*/ 66 w 400"/>
                <a:gd name="connsiteY3" fmla="*/ 614 h 614"/>
                <a:gd name="connsiteX4" fmla="*/ 0 w 400"/>
                <a:gd name="connsiteY4" fmla="*/ 576 h 614"/>
                <a:gd name="connsiteX5" fmla="*/ 341 w 400"/>
                <a:gd name="connsiteY5" fmla="*/ 0 h 614"/>
                <a:gd name="connsiteX0" fmla="*/ 275 w 334"/>
                <a:gd name="connsiteY0" fmla="*/ 0 h 614"/>
                <a:gd name="connsiteX1" fmla="*/ 334 w 334"/>
                <a:gd name="connsiteY1" fmla="*/ 35 h 614"/>
                <a:gd name="connsiteX2" fmla="*/ 274 w 334"/>
                <a:gd name="connsiteY2" fmla="*/ 136 h 614"/>
                <a:gd name="connsiteX3" fmla="*/ 0 w 334"/>
                <a:gd name="connsiteY3" fmla="*/ 614 h 614"/>
                <a:gd name="connsiteX4" fmla="*/ 275 w 334"/>
                <a:gd name="connsiteY4" fmla="*/ 0 h 614"/>
                <a:gd name="connsiteX0" fmla="*/ 1 w 60"/>
                <a:gd name="connsiteY0" fmla="*/ 0 h 136"/>
                <a:gd name="connsiteX1" fmla="*/ 60 w 60"/>
                <a:gd name="connsiteY1" fmla="*/ 35 h 136"/>
                <a:gd name="connsiteX2" fmla="*/ 0 w 60"/>
                <a:gd name="connsiteY2" fmla="*/ 136 h 136"/>
                <a:gd name="connsiteX3" fmla="*/ 1 w 60"/>
                <a:gd name="connsiteY3" fmla="*/ 0 h 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" h="136">
                  <a:moveTo>
                    <a:pt x="1" y="0"/>
                  </a:moveTo>
                  <a:lnTo>
                    <a:pt x="60" y="35"/>
                  </a:lnTo>
                  <a:cubicBezTo>
                    <a:pt x="40" y="69"/>
                    <a:pt x="20" y="102"/>
                    <a:pt x="0" y="136"/>
                  </a:cubicBezTo>
                  <a:cubicBezTo>
                    <a:pt x="0" y="91"/>
                    <a:pt x="1" y="45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621536" y="0"/>
            <a:ext cx="9960864" cy="9875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black">
          <a:xfrm>
            <a:off x="609600" y="1188720"/>
            <a:ext cx="10972800" cy="49072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408" y="6364225"/>
            <a:ext cx="29138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3F7C2D9B-DD30-4F39-A32E-41B257A350F5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60064" y="6364225"/>
            <a:ext cx="708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65536" y="6364225"/>
            <a:ext cx="8168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082E48B-F2F3-4D8A-B3F2-AA409D7ECF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1363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46" r:id="rId6"/>
    <p:sldLayoutId id="2147483747" r:id="rId7"/>
    <p:sldLayoutId id="2147483748" r:id="rId8"/>
    <p:sldLayoutId id="2147483749" r:id="rId9"/>
    <p:sldLayoutId id="2147483750" r:id="rId10"/>
    <p:sldLayoutId id="2147483751" r:id="rId11"/>
  </p:sldLayoutIdLst>
  <p:txStyles>
    <p:titleStyle>
      <a:lvl1pPr algn="l" defTabSz="914400" rtl="0" eaLnBrk="1" latinLnBrk="1" hangingPunct="1">
        <a:spcBef>
          <a:spcPct val="0"/>
        </a:spcBef>
        <a:buNone/>
        <a:defRPr sz="4000" b="1" kern="1200" cap="none" spc="0">
          <a:ln w="18415" cmpd="sng">
            <a:noFill/>
            <a:prstDash val="solid"/>
          </a:ln>
          <a:solidFill>
            <a:srgbClr val="FFFFFF"/>
          </a:solidFill>
          <a:effectLst>
            <a:outerShdw blurRad="63500" dir="3600000" algn="tl" rotWithShape="0">
              <a:srgbClr val="000000">
                <a:alpha val="70000"/>
              </a:srgbClr>
            </a:outerShdw>
          </a:effectLst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Clr>
          <a:schemeClr val="accent2">
            <a:lumMod val="60000"/>
            <a:lumOff val="40000"/>
          </a:schemeClr>
        </a:buClr>
        <a:buSzPct val="80000"/>
        <a:buFont typeface="Wingdings 2" pitchFamily="18" charset="2"/>
        <a:buChar char="¤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Clr>
          <a:schemeClr val="accent3">
            <a:lumMod val="60000"/>
            <a:lumOff val="40000"/>
          </a:schemeClr>
        </a:buClr>
        <a:buFont typeface="Wingdings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Clr>
          <a:schemeClr val="accent4">
            <a:lumMod val="60000"/>
            <a:lumOff val="40000"/>
          </a:schemeClr>
        </a:buClr>
        <a:buFont typeface="Wingdings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Clr>
          <a:schemeClr val="accent5">
            <a:lumMod val="60000"/>
            <a:lumOff val="40000"/>
          </a:schemeClr>
        </a:buClr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Clr>
          <a:schemeClr val="accent6">
            <a:lumMod val="60000"/>
            <a:lumOff val="40000"/>
          </a:schemeClr>
        </a:buClr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8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/>
              <a:t>패턴인식</a:t>
            </a:r>
            <a:r>
              <a:rPr lang="en-US" altLang="ko-KR"/>
              <a:t> </a:t>
            </a:r>
            <a:r>
              <a:rPr lang="en-US" altLang="ko-KR"/>
              <a:t>– </a:t>
            </a:r>
            <a:r>
              <a:rPr lang="ko-KR" altLang="en-US" smtClean="0"/>
              <a:t>교량</a:t>
            </a:r>
            <a:r>
              <a:rPr lang="ko-KR" altLang="en-US"/>
              <a:t> 외관이상</a:t>
            </a:r>
            <a:r>
              <a:rPr lang="ko-KR" altLang="en-US" smtClean="0"/>
              <a:t> </a:t>
            </a:r>
            <a:r>
              <a:rPr lang="ko-KR" altLang="en-US"/>
              <a:t>데이터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smtClean="0"/>
              <a:t>2025254009 </a:t>
            </a:r>
            <a:r>
              <a:rPr lang="ko-KR" altLang="en-US" smtClean="0"/>
              <a:t>추정원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1450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1. </a:t>
            </a:r>
            <a:r>
              <a:rPr lang="ko-KR" altLang="en-US" smtClean="0"/>
              <a:t>연구</a:t>
            </a:r>
            <a:r>
              <a:rPr lang="en-US" altLang="ko-KR" smtClean="0"/>
              <a:t>/</a:t>
            </a:r>
            <a:r>
              <a:rPr lang="ko-KR" altLang="en-US" smtClean="0"/>
              <a:t>실험 개요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ko-KR" altLang="en-US" sz="1600" smtClean="0">
                <a:latin typeface="+mn-ea"/>
              </a:rPr>
              <a:t>교량 외관이상 </a:t>
            </a:r>
            <a:r>
              <a:rPr lang="ko-KR" altLang="en-US" sz="1600">
                <a:latin typeface="+mn-ea"/>
              </a:rPr>
              <a:t>이미지</a:t>
            </a:r>
            <a:r>
              <a:rPr lang="en-US" altLang="ko-KR" sz="1600">
                <a:latin typeface="+mn-ea"/>
              </a:rPr>
              <a:t>(normal vs </a:t>
            </a:r>
            <a:r>
              <a:rPr lang="en-US" altLang="ko-KR" sz="1600">
                <a:latin typeface="+mn-ea"/>
              </a:rPr>
              <a:t>anomaly</a:t>
            </a:r>
            <a:r>
              <a:rPr lang="en-US" altLang="ko-KR" sz="1600" smtClean="0">
                <a:latin typeface="+mn-ea"/>
              </a:rPr>
              <a:t>)</a:t>
            </a:r>
            <a:r>
              <a:rPr lang="ko-KR" altLang="en-US" sz="1600" smtClean="0">
                <a:latin typeface="+mn-ea"/>
              </a:rPr>
              <a:t> </a:t>
            </a:r>
            <a:r>
              <a:rPr lang="en-US" altLang="ko-KR" sz="1600">
                <a:latin typeface="+mn-ea"/>
              </a:rPr>
              <a:t/>
            </a:r>
            <a:br>
              <a:rPr lang="en-US" altLang="ko-KR" sz="1600">
                <a:latin typeface="+mn-ea"/>
              </a:rPr>
            </a:br>
            <a:r>
              <a:rPr lang="ko-KR" altLang="en-US" sz="1600" smtClean="0">
                <a:latin typeface="+mn-ea"/>
              </a:rPr>
              <a:t>세 </a:t>
            </a:r>
            <a:r>
              <a:rPr lang="ko-KR" altLang="en-US" sz="1600">
                <a:latin typeface="+mn-ea"/>
              </a:rPr>
              <a:t>가지 대표적 이상탐지 모델</a:t>
            </a:r>
            <a:r>
              <a:rPr lang="en-US" altLang="ko-KR" sz="1600">
                <a:latin typeface="+mn-ea"/>
              </a:rPr>
              <a:t>(PaDiM, PatchCore, AutoEncoder)</a:t>
            </a:r>
            <a:r>
              <a:rPr lang="ko-KR" altLang="en-US" sz="1600">
                <a:latin typeface="+mn-ea"/>
              </a:rPr>
              <a:t>의 </a:t>
            </a:r>
            <a:r>
              <a:rPr lang="ko-KR" altLang="en-US" sz="1600">
                <a:latin typeface="+mn-ea"/>
              </a:rPr>
              <a:t>성능을 </a:t>
            </a:r>
            <a:r>
              <a:rPr lang="ko-KR" altLang="en-US" sz="1600" smtClean="0">
                <a:latin typeface="+mn-ea"/>
              </a:rPr>
              <a:t>비교하여 각 </a:t>
            </a:r>
            <a:r>
              <a:rPr lang="ko-KR" altLang="en-US" sz="1600">
                <a:latin typeface="+mn-ea"/>
              </a:rPr>
              <a:t>방법론의 </a:t>
            </a:r>
            <a:r>
              <a:rPr lang="ko-KR" altLang="en-US" sz="1600">
                <a:latin typeface="+mn-ea"/>
              </a:rPr>
              <a:t>특성과 </a:t>
            </a:r>
            <a:r>
              <a:rPr lang="ko-KR" altLang="en-US" sz="1600" smtClean="0">
                <a:latin typeface="+mn-ea"/>
              </a:rPr>
              <a:t>한계 분석</a:t>
            </a:r>
            <a:endParaRPr lang="en-US" altLang="ko-KR" sz="1600" smtClean="0">
              <a:latin typeface="+mn-ea"/>
            </a:endParaRPr>
          </a:p>
          <a:p>
            <a:endParaRPr lang="en-US" altLang="ko-KR" sz="2400">
              <a:latin typeface="+mn-ea"/>
            </a:endParaRPr>
          </a:p>
          <a:p>
            <a:r>
              <a:rPr lang="ko-KR" altLang="en-US" sz="1600" smtClean="0">
                <a:latin typeface="+mn-ea"/>
              </a:rPr>
              <a:t>사용 모델</a:t>
            </a:r>
            <a:r>
              <a:rPr lang="en-US" altLang="ko-KR" sz="1600" smtClean="0">
                <a:latin typeface="+mn-ea"/>
              </a:rPr>
              <a:t/>
            </a:r>
            <a:br>
              <a:rPr lang="en-US" altLang="ko-KR" sz="1600" smtClean="0">
                <a:latin typeface="+mn-ea"/>
              </a:rPr>
            </a:br>
            <a:r>
              <a:rPr lang="en-US" altLang="ko-KR" sz="1600" b="1">
                <a:latin typeface="+mn-ea"/>
              </a:rPr>
              <a:t>AutoEncoder</a:t>
            </a:r>
            <a:r>
              <a:rPr lang="en-US" altLang="ko-KR" sz="1600">
                <a:latin typeface="+mn-ea"/>
              </a:rPr>
              <a:t> – </a:t>
            </a:r>
            <a:r>
              <a:rPr lang="ko-KR" altLang="en-US" sz="1600">
                <a:latin typeface="+mn-ea"/>
              </a:rPr>
              <a:t>입력과 복원 간 </a:t>
            </a:r>
            <a:r>
              <a:rPr lang="en-US" altLang="ko-KR" sz="1600">
                <a:latin typeface="+mn-ea"/>
              </a:rPr>
              <a:t>reconstruction error </a:t>
            </a:r>
            <a:r>
              <a:rPr lang="ko-KR" altLang="en-US" sz="1600">
                <a:latin typeface="+mn-ea"/>
              </a:rPr>
              <a:t>기반 </a:t>
            </a:r>
            <a:r>
              <a:rPr lang="ko-KR" altLang="en-US" sz="1600">
                <a:latin typeface="+mn-ea"/>
              </a:rPr>
              <a:t>이상탐지 </a:t>
            </a:r>
            <a:r>
              <a:rPr lang="ko-KR" altLang="en-US" sz="1600" smtClean="0">
                <a:latin typeface="+mn-ea"/>
              </a:rPr>
              <a:t>모델</a:t>
            </a:r>
            <a:r>
              <a:rPr lang="en-US" altLang="ko-KR" sz="1600" smtClean="0">
                <a:latin typeface="+mn-ea"/>
              </a:rPr>
              <a:t/>
            </a:r>
            <a:br>
              <a:rPr lang="en-US" altLang="ko-KR" sz="1600" smtClean="0">
                <a:latin typeface="+mn-ea"/>
              </a:rPr>
            </a:br>
            <a:r>
              <a:rPr lang="en-US" altLang="ko-KR" sz="1600" b="1">
                <a:latin typeface="+mn-ea"/>
              </a:rPr>
              <a:t>PaDiM(Patch Distribution Modeling)</a:t>
            </a:r>
            <a:r>
              <a:rPr lang="en-US" altLang="ko-KR" sz="1600">
                <a:latin typeface="+mn-ea"/>
              </a:rPr>
              <a:t> – Gaussian </a:t>
            </a:r>
            <a:r>
              <a:rPr lang="ko-KR" altLang="en-US" sz="1600">
                <a:latin typeface="+mn-ea"/>
              </a:rPr>
              <a:t>통계 기반 </a:t>
            </a:r>
            <a:r>
              <a:rPr lang="ko-KR" altLang="en-US" sz="1600">
                <a:latin typeface="+mn-ea"/>
              </a:rPr>
              <a:t>패치 </a:t>
            </a:r>
            <a:r>
              <a:rPr lang="ko-KR" altLang="en-US" sz="1600" smtClean="0">
                <a:latin typeface="+mn-ea"/>
              </a:rPr>
              <a:t>이상탐지</a:t>
            </a:r>
            <a:r>
              <a:rPr lang="en-US" altLang="ko-KR" sz="1600" smtClean="0">
                <a:latin typeface="+mn-ea"/>
              </a:rPr>
              <a:t/>
            </a:r>
            <a:br>
              <a:rPr lang="en-US" altLang="ko-KR" sz="1600" smtClean="0">
                <a:latin typeface="+mn-ea"/>
              </a:rPr>
            </a:br>
            <a:r>
              <a:rPr lang="en-US" altLang="ko-KR" sz="1600" b="1">
                <a:latin typeface="+mn-ea"/>
              </a:rPr>
              <a:t>PatchCore</a:t>
            </a:r>
            <a:r>
              <a:rPr lang="en-US" altLang="ko-KR" sz="1600">
                <a:latin typeface="+mn-ea"/>
              </a:rPr>
              <a:t> – Memory bank + Nearest </a:t>
            </a:r>
            <a:r>
              <a:rPr lang="en-US" altLang="ko-KR" sz="1600">
                <a:latin typeface="+mn-ea"/>
              </a:rPr>
              <a:t>neighbor </a:t>
            </a:r>
            <a:r>
              <a:rPr lang="ko-KR" altLang="en-US" sz="1600" smtClean="0">
                <a:latin typeface="+mn-ea"/>
              </a:rPr>
              <a:t>기반</a:t>
            </a:r>
            <a:endParaRPr lang="en-US" altLang="ko-KR" sz="1600" smtClean="0">
              <a:latin typeface="+mn-ea"/>
            </a:endParaRPr>
          </a:p>
          <a:p>
            <a:pPr marL="0" indent="0">
              <a:buNone/>
            </a:pPr>
            <a:endParaRPr lang="en-US" altLang="ko-KR" sz="2400" smtClean="0">
              <a:latin typeface="+mn-ea"/>
            </a:endParaRPr>
          </a:p>
          <a:p>
            <a:r>
              <a:rPr lang="ko-KR" altLang="en-US" sz="1600" smtClean="0">
                <a:latin typeface="+mn-ea"/>
              </a:rPr>
              <a:t>실험환경</a:t>
            </a:r>
            <a:endParaRPr lang="en-US" altLang="ko-KR" sz="1600" smtClean="0">
              <a:latin typeface="+mn-ea"/>
            </a:endParaRPr>
          </a:p>
          <a:p>
            <a:pPr lvl="1"/>
            <a:r>
              <a:rPr lang="en-US" altLang="ko-KR" sz="1600" smtClean="0">
                <a:latin typeface="+mn-ea"/>
              </a:rPr>
              <a:t>CPU : i76700k 4.00GHz</a:t>
            </a:r>
          </a:p>
          <a:p>
            <a:pPr lvl="1"/>
            <a:r>
              <a:rPr lang="en-US" altLang="ko-KR" sz="1600" smtClean="0">
                <a:latin typeface="+mn-ea"/>
              </a:rPr>
              <a:t>MEMORY : 48GB</a:t>
            </a:r>
          </a:p>
          <a:p>
            <a:pPr lvl="1"/>
            <a:r>
              <a:rPr lang="en-US" altLang="ko-KR" sz="1600" smtClean="0">
                <a:latin typeface="+mn-ea"/>
              </a:rPr>
              <a:t>GPU : RTX 1080Ti (8GB)</a:t>
            </a:r>
            <a:endParaRPr lang="ko-KR" altLang="en-US" sz="16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60698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1. </a:t>
            </a:r>
            <a:r>
              <a:rPr lang="ko-KR" altLang="en-US" smtClean="0"/>
              <a:t>연구</a:t>
            </a:r>
            <a:r>
              <a:rPr lang="en-US" altLang="ko-KR" smtClean="0"/>
              <a:t>/</a:t>
            </a:r>
            <a:r>
              <a:rPr lang="ko-KR" altLang="en-US" smtClean="0"/>
              <a:t>실험 개요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lang="ko-KR" altLang="en-US" sz="1600" smtClean="0">
                <a:latin typeface="+mn-ea"/>
              </a:rPr>
              <a:t>데이터세트</a:t>
            </a:r>
            <a:endParaRPr lang="en-US" altLang="ko-KR" sz="1600" smtClean="0">
              <a:latin typeface="+mn-ea"/>
            </a:endParaRPr>
          </a:p>
          <a:p>
            <a:pPr lvl="1"/>
            <a:r>
              <a:rPr lang="en-US" altLang="ko-KR" sz="1600" smtClean="0">
                <a:latin typeface="+mn-ea"/>
              </a:rPr>
              <a:t>AI-HUB</a:t>
            </a:r>
            <a:r>
              <a:rPr lang="ko-KR" altLang="en-US" sz="1600" smtClean="0">
                <a:latin typeface="+mn-ea"/>
              </a:rPr>
              <a:t>의 공개 데이터셋 활용 </a:t>
            </a:r>
            <a:r>
              <a:rPr lang="en-US" altLang="ko-KR" sz="1600" smtClean="0">
                <a:latin typeface="+mn-ea"/>
              </a:rPr>
              <a:t>(</a:t>
            </a:r>
            <a:r>
              <a:rPr lang="ko-KR" altLang="en-US" sz="1600" b="1">
                <a:latin typeface="+mn-ea"/>
              </a:rPr>
              <a:t>교량 외관점검 </a:t>
            </a:r>
            <a:r>
              <a:rPr lang="ko-KR" altLang="en-US" sz="1600" b="1">
                <a:latin typeface="+mn-ea"/>
              </a:rPr>
              <a:t>입면정사영상 </a:t>
            </a:r>
            <a:r>
              <a:rPr lang="ko-KR" altLang="en-US" sz="1600" b="1" smtClean="0">
                <a:latin typeface="+mn-ea"/>
              </a:rPr>
              <a:t>데이터</a:t>
            </a:r>
            <a:r>
              <a:rPr lang="en-US" altLang="ko-KR" sz="1600" b="1" smtClean="0">
                <a:latin typeface="+mn-ea"/>
              </a:rPr>
              <a:t>)</a:t>
            </a:r>
          </a:p>
          <a:p>
            <a:pPr lvl="1"/>
            <a:r>
              <a:rPr lang="ko-KR" altLang="en-US" sz="1600" smtClean="0">
                <a:latin typeface="+mn-ea"/>
              </a:rPr>
              <a:t>데이터 설명</a:t>
            </a:r>
            <a:endParaRPr lang="en-US" altLang="ko-KR" sz="1600" smtClean="0">
              <a:latin typeface="+mn-ea"/>
            </a:endParaRPr>
          </a:p>
          <a:p>
            <a:pPr lvl="2"/>
            <a:r>
              <a:rPr lang="ko-KR" altLang="en-US" sz="1600" smtClean="0">
                <a:latin typeface="+mn-ea"/>
              </a:rPr>
              <a:t>정상 이미지 </a:t>
            </a:r>
            <a:r>
              <a:rPr lang="en-US" altLang="ko-KR" sz="1600" smtClean="0">
                <a:latin typeface="+mn-ea"/>
              </a:rPr>
              <a:t>(512</a:t>
            </a:r>
            <a:r>
              <a:rPr lang="ko-KR" altLang="en-US" sz="1600" smtClean="0">
                <a:latin typeface="+mn-ea"/>
              </a:rPr>
              <a:t>*</a:t>
            </a:r>
            <a:r>
              <a:rPr lang="en-US" altLang="ko-KR" sz="1600" smtClean="0">
                <a:latin typeface="+mn-ea"/>
              </a:rPr>
              <a:t>512)</a:t>
            </a:r>
          </a:p>
          <a:p>
            <a:pPr lvl="2"/>
            <a:r>
              <a:rPr lang="ko-KR" altLang="en-US" sz="1600" smtClean="0">
                <a:latin typeface="+mn-ea"/>
              </a:rPr>
              <a:t>이상 이미지 </a:t>
            </a:r>
            <a:r>
              <a:rPr lang="en-US" altLang="ko-KR" sz="1600" smtClean="0">
                <a:latin typeface="+mn-ea"/>
              </a:rPr>
              <a:t>(512</a:t>
            </a:r>
            <a:r>
              <a:rPr lang="ko-KR" altLang="en-US" sz="1600" smtClean="0">
                <a:latin typeface="+mn-ea"/>
              </a:rPr>
              <a:t>*</a:t>
            </a:r>
            <a:r>
              <a:rPr lang="en-US" altLang="ko-KR" sz="1600" smtClean="0">
                <a:latin typeface="+mn-ea"/>
              </a:rPr>
              <a:t>512)</a:t>
            </a:r>
          </a:p>
          <a:p>
            <a:pPr lvl="3"/>
            <a:r>
              <a:rPr lang="en-US" altLang="ko-KR" sz="1400" smtClean="0">
                <a:latin typeface="+mn-ea"/>
              </a:rPr>
              <a:t>Efflorescene, SteelDefect, Pothole, Leak, Spalling, AspaltCrack, PaintDamage, Exposure, </a:t>
            </a:r>
            <a:r>
              <a:rPr lang="en-US" altLang="ko-KR" sz="1400">
                <a:latin typeface="+mn-ea"/>
              </a:rPr>
              <a:t>ConcreteCrack</a:t>
            </a:r>
            <a:endParaRPr lang="en-US" altLang="ko-KR" sz="1400" smtClean="0">
              <a:latin typeface="+mn-ea"/>
            </a:endParaRPr>
          </a:p>
          <a:p>
            <a:pPr lvl="2"/>
            <a:r>
              <a:rPr lang="ko-KR" altLang="en-US" sz="1600" smtClean="0">
                <a:latin typeface="+mn-ea"/>
              </a:rPr>
              <a:t>총 데이터 수량 </a:t>
            </a:r>
            <a:r>
              <a:rPr lang="en-US" altLang="ko-KR" sz="1600" smtClean="0">
                <a:latin typeface="+mn-ea"/>
              </a:rPr>
              <a:t>: 30</a:t>
            </a:r>
            <a:r>
              <a:rPr lang="ko-KR" altLang="en-US" sz="1600" smtClean="0">
                <a:latin typeface="+mn-ea"/>
              </a:rPr>
              <a:t>만장</a:t>
            </a:r>
            <a:endParaRPr lang="en-US" altLang="ko-KR" sz="1600" smtClean="0">
              <a:latin typeface="+mn-ea"/>
            </a:endParaRPr>
          </a:p>
          <a:p>
            <a:pPr lvl="2"/>
            <a:r>
              <a:rPr lang="ko-KR" altLang="en-US" sz="1600" smtClean="0">
                <a:latin typeface="+mn-ea"/>
              </a:rPr>
              <a:t>실험을 위한 샘플링</a:t>
            </a:r>
            <a:endParaRPr lang="en-US" altLang="ko-KR" sz="1600" smtClean="0">
              <a:latin typeface="+mn-ea"/>
            </a:endParaRPr>
          </a:p>
          <a:p>
            <a:pPr lvl="3"/>
            <a:r>
              <a:rPr lang="ko-KR" altLang="en-US" sz="1600" smtClean="0">
                <a:latin typeface="+mn-ea"/>
              </a:rPr>
              <a:t>정상 데이터 </a:t>
            </a:r>
            <a:r>
              <a:rPr lang="en-US" altLang="ko-KR" sz="1600" smtClean="0">
                <a:latin typeface="+mn-ea"/>
              </a:rPr>
              <a:t>5000</a:t>
            </a:r>
            <a:r>
              <a:rPr lang="ko-KR" altLang="en-US" sz="1600" smtClean="0">
                <a:latin typeface="+mn-ea"/>
              </a:rPr>
              <a:t>장</a:t>
            </a:r>
            <a:endParaRPr lang="en-US" altLang="ko-KR" sz="1600" smtClean="0">
              <a:latin typeface="+mn-ea"/>
            </a:endParaRPr>
          </a:p>
          <a:p>
            <a:pPr lvl="3"/>
            <a:r>
              <a:rPr lang="ko-KR" altLang="en-US" sz="1600" smtClean="0">
                <a:latin typeface="+mn-ea"/>
              </a:rPr>
              <a:t>이상 데이터 각 라벨 별 </a:t>
            </a:r>
            <a:r>
              <a:rPr lang="en-US" altLang="ko-KR" sz="1600" smtClean="0">
                <a:latin typeface="+mn-ea"/>
              </a:rPr>
              <a:t>1000</a:t>
            </a:r>
            <a:r>
              <a:rPr lang="ko-KR" altLang="en-US" sz="1600" smtClean="0">
                <a:latin typeface="+mn-ea"/>
              </a:rPr>
              <a:t>장 샘플링</a:t>
            </a:r>
            <a:endParaRPr lang="en-US" altLang="ko-KR" sz="160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249181" y="4817497"/>
            <a:ext cx="2512541" cy="1260389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2616" y="4907692"/>
            <a:ext cx="1080000" cy="1080000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251" y="4899465"/>
            <a:ext cx="1080000" cy="1080000"/>
          </a:xfrm>
          <a:prstGeom prst="rect">
            <a:avLst/>
          </a:prstGeom>
        </p:spPr>
      </p:pic>
      <p:sp>
        <p:nvSpPr>
          <p:cNvPr id="14" name="직사각형 13"/>
          <p:cNvSpPr/>
          <p:nvPr/>
        </p:nvSpPr>
        <p:spPr>
          <a:xfrm>
            <a:off x="5144805" y="4809270"/>
            <a:ext cx="4986492" cy="1260389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8051" y="4877470"/>
            <a:ext cx="1080000" cy="1080000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1851" y="4877470"/>
            <a:ext cx="1080000" cy="1080000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7033" y="4877470"/>
            <a:ext cx="1080000" cy="1080000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5651" y="4877470"/>
            <a:ext cx="1080000" cy="1080000"/>
          </a:xfrm>
          <a:prstGeom prst="rect">
            <a:avLst/>
          </a:prstGeom>
        </p:spPr>
      </p:pic>
      <p:sp>
        <p:nvSpPr>
          <p:cNvPr id="15" name="직사각형 14"/>
          <p:cNvSpPr/>
          <p:nvPr/>
        </p:nvSpPr>
        <p:spPr>
          <a:xfrm>
            <a:off x="1812324" y="5857103"/>
            <a:ext cx="436857" cy="212556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smtClean="0"/>
              <a:t>정상</a:t>
            </a:r>
            <a:endParaRPr lang="ko-KR" altLang="en-US" sz="800"/>
          </a:p>
        </p:txBody>
      </p:sp>
      <p:sp>
        <p:nvSpPr>
          <p:cNvPr id="16" name="직사각형 15"/>
          <p:cNvSpPr/>
          <p:nvPr/>
        </p:nvSpPr>
        <p:spPr>
          <a:xfrm>
            <a:off x="10131297" y="5857103"/>
            <a:ext cx="436857" cy="212556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smtClean="0"/>
              <a:t>이상</a:t>
            </a:r>
            <a:endParaRPr lang="ko-KR" altLang="en-US" sz="800"/>
          </a:p>
        </p:txBody>
      </p:sp>
    </p:spTree>
    <p:extLst>
      <p:ext uri="{BB962C8B-B14F-4D97-AF65-F5344CB8AC3E}">
        <p14:creationId xmlns:p14="http://schemas.microsoft.com/office/powerpoint/2010/main" val="7263227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2.</a:t>
            </a:r>
            <a:r>
              <a:rPr lang="ko-KR" altLang="en-US" smtClean="0"/>
              <a:t>실험</a:t>
            </a:r>
            <a:r>
              <a:rPr lang="en-US" altLang="ko-KR" smtClean="0"/>
              <a:t> </a:t>
            </a:r>
            <a:r>
              <a:rPr lang="ko-KR" altLang="en-US" smtClean="0"/>
              <a:t>모델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altLang="ko-KR" sz="2000">
                <a:latin typeface="+mn-ea"/>
              </a:rPr>
              <a:t>A</a:t>
            </a:r>
            <a:r>
              <a:rPr lang="en-US" altLang="ko-KR" sz="2000" smtClean="0">
                <a:latin typeface="+mn-ea"/>
              </a:rPr>
              <a:t>utoEncode, PaDiM, PatchCore</a:t>
            </a:r>
            <a:endParaRPr lang="en-US" altLang="ko-KR" sz="1600" smtClean="0">
              <a:latin typeface="+mn-ea"/>
            </a:endParaRPr>
          </a:p>
          <a:p>
            <a:pPr lvl="1"/>
            <a:endParaRPr lang="ko-KR" altLang="en-US" sz="1600">
              <a:latin typeface="+mn-ea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0845927"/>
              </p:ext>
            </p:extLst>
          </p:nvPr>
        </p:nvGraphicFramePr>
        <p:xfrm>
          <a:off x="1621536" y="1640840"/>
          <a:ext cx="8128000" cy="422656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032000"/>
                <a:gridCol w="2032000"/>
                <a:gridCol w="2032000"/>
                <a:gridCol w="2032000"/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smtClean="0">
                          <a:latin typeface="+mn-ea"/>
                          <a:ea typeface="+mn-ea"/>
                        </a:rPr>
                        <a:t>항목</a:t>
                      </a:r>
                      <a:r>
                        <a:rPr lang="en-US" altLang="ko-KR" sz="1600" smtClean="0">
                          <a:latin typeface="+mn-ea"/>
                          <a:ea typeface="+mn-ea"/>
                        </a:rPr>
                        <a:t> </a:t>
                      </a:r>
                      <a:endParaRPr lang="ko-KR" altLang="en-US" sz="16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smtClean="0">
                          <a:latin typeface="+mn-ea"/>
                          <a:ea typeface="+mn-ea"/>
                        </a:rPr>
                        <a:t>AutoEncode</a:t>
                      </a:r>
                      <a:endParaRPr lang="ko-KR" altLang="en-US" sz="16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smtClean="0">
                          <a:latin typeface="+mn-ea"/>
                          <a:ea typeface="+mn-ea"/>
                        </a:rPr>
                        <a:t>PaDiM</a:t>
                      </a:r>
                      <a:endParaRPr lang="ko-KR" altLang="en-US" sz="16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smtClean="0">
                          <a:latin typeface="+mn-ea"/>
                          <a:ea typeface="+mn-ea"/>
                        </a:rPr>
                        <a:t>PatchCode</a:t>
                      </a:r>
                      <a:endParaRPr lang="ko-KR" altLang="en-US" sz="1600">
                        <a:latin typeface="+mn-ea"/>
                        <a:ea typeface="+mn-ea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smtClean="0">
                          <a:latin typeface="+mn-ea"/>
                          <a:ea typeface="+mn-ea"/>
                        </a:rPr>
                        <a:t>inputSize</a:t>
                      </a:r>
                      <a:endParaRPr lang="ko-KR" altLang="en-US" sz="14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smtClean="0">
                          <a:latin typeface="+mn-ea"/>
                          <a:ea typeface="+mn-ea"/>
                        </a:rPr>
                        <a:t>512*512</a:t>
                      </a:r>
                      <a:endParaRPr lang="ko-KR" altLang="en-US" sz="14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smtClean="0">
                          <a:latin typeface="+mn-ea"/>
                          <a:ea typeface="+mn-ea"/>
                        </a:rPr>
                        <a:t>512*512</a:t>
                      </a:r>
                      <a:endParaRPr lang="ko-KR" altLang="en-US" sz="14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smtClean="0">
                          <a:latin typeface="+mn-ea"/>
                          <a:ea typeface="+mn-ea"/>
                        </a:rPr>
                        <a:t>512*512</a:t>
                      </a:r>
                      <a:endParaRPr lang="ko-KR" altLang="en-US" sz="1400">
                        <a:latin typeface="+mn-ea"/>
                        <a:ea typeface="+mn-ea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smtClean="0">
                          <a:latin typeface="+mn-ea"/>
                          <a:ea typeface="+mn-ea"/>
                        </a:rPr>
                        <a:t>백본</a:t>
                      </a:r>
                      <a:endParaRPr lang="ko-KR" altLang="en-US" sz="14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smtClean="0">
                          <a:latin typeface="+mn-ea"/>
                          <a:ea typeface="+mn-ea"/>
                        </a:rPr>
                        <a:t>CNN</a:t>
                      </a:r>
                      <a:r>
                        <a:rPr lang="en-US" altLang="ko-KR" sz="1400" baseline="0" smtClean="0">
                          <a:latin typeface="+mn-ea"/>
                          <a:ea typeface="+mn-ea"/>
                        </a:rPr>
                        <a:t> Encoder/Decoder</a:t>
                      </a:r>
                      <a:endParaRPr lang="ko-KR" altLang="en-US" sz="14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smtClean="0">
                          <a:latin typeface="+mn-ea"/>
                          <a:ea typeface="+mn-ea"/>
                        </a:rPr>
                        <a:t>ResNet18</a:t>
                      </a:r>
                      <a:endParaRPr lang="ko-KR" altLang="en-US" sz="14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smtClean="0">
                          <a:latin typeface="+mn-ea"/>
                          <a:ea typeface="+mn-ea"/>
                        </a:rPr>
                        <a:t>ResNet18</a:t>
                      </a:r>
                      <a:endParaRPr lang="ko-KR" altLang="en-US" sz="1400" smtClean="0">
                        <a:latin typeface="+mn-ea"/>
                        <a:ea typeface="+mn-ea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smtClean="0">
                          <a:latin typeface="+mn-ea"/>
                          <a:ea typeface="+mn-ea"/>
                        </a:rPr>
                        <a:t>Feature dimension</a:t>
                      </a:r>
                      <a:endParaRPr lang="ko-KR" altLang="en-US" sz="14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smtClean="0">
                          <a:latin typeface="+mn-ea"/>
                          <a:ea typeface="+mn-ea"/>
                        </a:rPr>
                        <a:t>256</a:t>
                      </a:r>
                      <a:r>
                        <a:rPr lang="ko-KR" altLang="en-US" sz="1400" smtClean="0">
                          <a:latin typeface="+mn-ea"/>
                          <a:ea typeface="+mn-ea"/>
                        </a:rPr>
                        <a:t>채널 </a:t>
                      </a:r>
                      <a:endParaRPr lang="en-US" altLang="ko-KR" sz="140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400" smtClean="0">
                          <a:latin typeface="+mn-ea"/>
                          <a:ea typeface="+mn-ea"/>
                        </a:rPr>
                        <a:t>16*16 </a:t>
                      </a:r>
                      <a:r>
                        <a:rPr lang="ko-KR" altLang="en-US" sz="1400" smtClean="0">
                          <a:latin typeface="+mn-ea"/>
                          <a:ea typeface="+mn-ea"/>
                        </a:rPr>
                        <a:t>공간해상도</a:t>
                      </a:r>
                      <a:endParaRPr lang="ko-KR" altLang="en-US" sz="14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smtClean="0">
                          <a:latin typeface="+mn-ea"/>
                          <a:ea typeface="+mn-ea"/>
                        </a:rPr>
                        <a:t>448</a:t>
                      </a:r>
                      <a:endParaRPr lang="ko-KR" altLang="en-US" sz="14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smtClean="0">
                          <a:latin typeface="+mn-ea"/>
                          <a:ea typeface="+mn-ea"/>
                        </a:rPr>
                        <a:t>448</a:t>
                      </a:r>
                      <a:endParaRPr lang="ko-KR" altLang="en-US" sz="1400">
                        <a:latin typeface="+mn-ea"/>
                        <a:ea typeface="+mn-ea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smtClean="0">
                          <a:latin typeface="+mn-ea"/>
                          <a:ea typeface="+mn-ea"/>
                        </a:rPr>
                        <a:t>학습유형</a:t>
                      </a:r>
                      <a:endParaRPr lang="ko-KR" altLang="en-US" sz="14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smtClean="0">
                          <a:latin typeface="+mn-ea"/>
                          <a:ea typeface="+mn-ea"/>
                        </a:rPr>
                        <a:t>정상 이미지 학습</a:t>
                      </a:r>
                      <a:endParaRPr lang="ko-KR" altLang="en-US" sz="14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smtClean="0">
                          <a:latin typeface="+mn-ea"/>
                          <a:ea typeface="+mn-ea"/>
                        </a:rPr>
                        <a:t>통계 기반</a:t>
                      </a:r>
                      <a:r>
                        <a:rPr lang="en-US" altLang="ko-KR" sz="140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smtClean="0">
                          <a:latin typeface="+mn-ea"/>
                          <a:ea typeface="+mn-ea"/>
                        </a:rPr>
                        <a:t>학습</a:t>
                      </a:r>
                      <a:r>
                        <a:rPr lang="en-US" altLang="ko-KR" sz="1400" smtClean="0">
                          <a:latin typeface="+mn-ea"/>
                          <a:ea typeface="+mn-ea"/>
                        </a:rPr>
                        <a:t>X)</a:t>
                      </a:r>
                      <a:endParaRPr lang="ko-KR" altLang="en-US" sz="14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smtClean="0">
                          <a:latin typeface="+mn-ea"/>
                          <a:ea typeface="+mn-ea"/>
                        </a:rPr>
                        <a:t>학습</a:t>
                      </a:r>
                      <a:r>
                        <a:rPr lang="en-US" altLang="ko-KR" sz="1400" smtClean="0">
                          <a:latin typeface="+mn-ea"/>
                          <a:ea typeface="+mn-ea"/>
                        </a:rPr>
                        <a:t>X</a:t>
                      </a:r>
                      <a:endParaRPr lang="ko-KR" altLang="en-US" sz="1400">
                        <a:latin typeface="+mn-ea"/>
                        <a:ea typeface="+mn-ea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smtClean="0">
                          <a:latin typeface="+mn-ea"/>
                          <a:ea typeface="+mn-ea"/>
                        </a:rPr>
                        <a:t>Epoch</a:t>
                      </a:r>
                      <a:endParaRPr lang="ko-KR" altLang="en-US" sz="14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smtClean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14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smtClean="0">
                          <a:latin typeface="+mn-ea"/>
                          <a:ea typeface="+mn-ea"/>
                        </a:rPr>
                        <a:t>-</a:t>
                      </a:r>
                      <a:endParaRPr lang="ko-KR" altLang="en-US" sz="14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smtClean="0">
                          <a:latin typeface="+mn-ea"/>
                          <a:ea typeface="+mn-ea"/>
                        </a:rPr>
                        <a:t>-</a:t>
                      </a:r>
                      <a:endParaRPr lang="ko-KR" altLang="en-US" sz="1400">
                        <a:latin typeface="+mn-ea"/>
                        <a:ea typeface="+mn-ea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smtClean="0">
                          <a:latin typeface="+mn-ea"/>
                          <a:ea typeface="+mn-ea"/>
                        </a:rPr>
                        <a:t>Lr</a:t>
                      </a:r>
                      <a:endParaRPr lang="ko-KR" altLang="en-US" sz="14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smtClean="0">
                          <a:latin typeface="+mn-ea"/>
                          <a:ea typeface="+mn-ea"/>
                        </a:rPr>
                        <a:t>1e-4</a:t>
                      </a:r>
                      <a:endParaRPr lang="ko-KR" altLang="en-US" sz="14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smtClean="0">
                          <a:latin typeface="+mn-ea"/>
                          <a:ea typeface="+mn-ea"/>
                        </a:rPr>
                        <a:t>-</a:t>
                      </a:r>
                      <a:endParaRPr lang="ko-KR" altLang="en-US" sz="14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smtClean="0">
                          <a:latin typeface="+mn-ea"/>
                          <a:ea typeface="+mn-ea"/>
                        </a:rPr>
                        <a:t>-</a:t>
                      </a:r>
                      <a:endParaRPr lang="ko-KR" altLang="en-US" sz="1400">
                        <a:latin typeface="+mn-ea"/>
                        <a:ea typeface="+mn-ea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smtClean="0">
                          <a:latin typeface="+mn-ea"/>
                          <a:ea typeface="+mn-ea"/>
                        </a:rPr>
                        <a:t>옵티마이저</a:t>
                      </a:r>
                      <a:endParaRPr lang="ko-KR" altLang="en-US" sz="14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smtClean="0">
                          <a:latin typeface="+mn-ea"/>
                          <a:ea typeface="+mn-ea"/>
                        </a:rPr>
                        <a:t>Adam</a:t>
                      </a:r>
                      <a:endParaRPr lang="ko-KR" altLang="en-US" sz="14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smtClean="0">
                          <a:latin typeface="+mn-ea"/>
                          <a:ea typeface="+mn-ea"/>
                        </a:rPr>
                        <a:t>-</a:t>
                      </a:r>
                      <a:endParaRPr lang="ko-KR" altLang="en-US" sz="14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smtClean="0">
                          <a:latin typeface="+mn-ea"/>
                          <a:ea typeface="+mn-ea"/>
                        </a:rPr>
                        <a:t>-</a:t>
                      </a:r>
                      <a:endParaRPr lang="ko-KR" altLang="en-US" sz="1400">
                        <a:latin typeface="+mn-ea"/>
                        <a:ea typeface="+mn-ea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smtClean="0">
                          <a:latin typeface="+mn-ea"/>
                          <a:ea typeface="+mn-ea"/>
                        </a:rPr>
                        <a:t>배치크기</a:t>
                      </a:r>
                      <a:endParaRPr lang="ko-KR" altLang="en-US" sz="14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smtClean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14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smtClean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14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smtClean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1400">
                        <a:latin typeface="+mn-ea"/>
                        <a:ea typeface="+mn-ea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smtClean="0">
                          <a:latin typeface="+mn-ea"/>
                          <a:ea typeface="+mn-ea"/>
                        </a:rPr>
                        <a:t>Max Feature</a:t>
                      </a:r>
                      <a:endParaRPr lang="ko-KR" altLang="en-US" sz="14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smtClean="0">
                          <a:latin typeface="+mn-ea"/>
                          <a:ea typeface="+mn-ea"/>
                        </a:rPr>
                        <a:t>-</a:t>
                      </a:r>
                      <a:endParaRPr lang="ko-KR" altLang="en-US" sz="14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smtClean="0">
                          <a:latin typeface="+mn-ea"/>
                          <a:ea typeface="+mn-ea"/>
                        </a:rPr>
                        <a:t>5000</a:t>
                      </a:r>
                      <a:endParaRPr lang="ko-KR" altLang="en-US" sz="14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smtClean="0">
                          <a:latin typeface="+mn-ea"/>
                          <a:ea typeface="+mn-ea"/>
                        </a:rPr>
                        <a:t>10000</a:t>
                      </a:r>
                      <a:endParaRPr lang="ko-KR" altLang="en-US" sz="1400">
                        <a:latin typeface="+mn-ea"/>
                        <a:ea typeface="+mn-ea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smtClean="0">
                          <a:latin typeface="+mn-ea"/>
                          <a:ea typeface="+mn-ea"/>
                        </a:rPr>
                        <a:t>Threshold</a:t>
                      </a:r>
                      <a:endParaRPr lang="ko-KR" altLang="en-US" sz="14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smtClean="0">
                          <a:latin typeface="+mn-ea"/>
                          <a:ea typeface="+mn-ea"/>
                        </a:rPr>
                        <a:t>F1 Search</a:t>
                      </a:r>
                      <a:endParaRPr lang="ko-KR" altLang="en-US" sz="14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smtClean="0">
                          <a:latin typeface="+mn-ea"/>
                          <a:ea typeface="+mn-ea"/>
                        </a:rPr>
                        <a:t>Mahalanobis,</a:t>
                      </a:r>
                      <a:r>
                        <a:rPr lang="en-US" altLang="ko-KR" sz="1400" baseline="0" smtClean="0">
                          <a:latin typeface="+mn-ea"/>
                          <a:ea typeface="+mn-ea"/>
                        </a:rPr>
                        <a:t> F1</a:t>
                      </a:r>
                      <a:endParaRPr lang="ko-KR" altLang="en-US" sz="14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smtClean="0">
                          <a:latin typeface="+mn-ea"/>
                          <a:ea typeface="+mn-ea"/>
                        </a:rPr>
                        <a:t>NN Distance,</a:t>
                      </a:r>
                      <a:r>
                        <a:rPr lang="en-US" altLang="ko-KR" sz="1400" baseline="0" smtClean="0">
                          <a:latin typeface="+mn-ea"/>
                          <a:ea typeface="+mn-ea"/>
                        </a:rPr>
                        <a:t> F1</a:t>
                      </a:r>
                      <a:endParaRPr lang="ko-KR" altLang="en-US" sz="1400">
                        <a:latin typeface="+mn-ea"/>
                        <a:ea typeface="+mn-ea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2289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3.</a:t>
            </a:r>
            <a:r>
              <a:rPr lang="ko-KR" altLang="en-US" smtClean="0"/>
              <a:t>실험 진행 순서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ko-KR" altLang="en-US" sz="1600" smtClean="0">
                <a:latin typeface="+mn-ea"/>
              </a:rPr>
              <a:t>이상데이터를 각 이상유형별로 </a:t>
            </a:r>
            <a:r>
              <a:rPr lang="en-US" altLang="ko-KR" sz="1600" smtClean="0">
                <a:latin typeface="+mn-ea"/>
              </a:rPr>
              <a:t>1000</a:t>
            </a:r>
            <a:r>
              <a:rPr lang="ko-KR" altLang="en-US" sz="1600" smtClean="0">
                <a:latin typeface="+mn-ea"/>
              </a:rPr>
              <a:t>개씩 샘플링</a:t>
            </a:r>
            <a:endParaRPr lang="en-US" altLang="ko-KR" sz="1600" smtClean="0">
              <a:latin typeface="+mn-ea"/>
            </a:endParaRPr>
          </a:p>
          <a:p>
            <a:pPr lvl="1"/>
            <a:r>
              <a:rPr lang="en-US" altLang="ko-KR" sz="1200">
                <a:latin typeface="+mn-ea"/>
              </a:rPr>
              <a:t>Efflorescene, SteelDefect, Pothole, Leak, Spalling, AspaltCrack, PaintDamage, Exposure</a:t>
            </a:r>
            <a:r>
              <a:rPr lang="en-US" altLang="ko-KR" sz="1200">
                <a:latin typeface="+mn-ea"/>
              </a:rPr>
              <a:t>, </a:t>
            </a:r>
            <a:r>
              <a:rPr lang="en-US" altLang="ko-KR" sz="1200" smtClean="0">
                <a:latin typeface="+mn-ea"/>
              </a:rPr>
              <a:t>ConcreteCrack</a:t>
            </a:r>
          </a:p>
          <a:p>
            <a:pPr marL="457200" lvl="1" indent="0">
              <a:buNone/>
            </a:pPr>
            <a:endParaRPr lang="en-US" altLang="ko-KR" sz="1200" smtClean="0">
              <a:latin typeface="+mn-ea"/>
            </a:endParaRPr>
          </a:p>
          <a:p>
            <a:r>
              <a:rPr lang="ko-KR" altLang="en-US" sz="1600" smtClean="0">
                <a:latin typeface="+mn-ea"/>
              </a:rPr>
              <a:t>정상데이터를 </a:t>
            </a:r>
            <a:r>
              <a:rPr lang="en-US" altLang="ko-KR" sz="1600" smtClean="0">
                <a:latin typeface="+mn-ea"/>
              </a:rPr>
              <a:t>5,000</a:t>
            </a:r>
            <a:r>
              <a:rPr lang="ko-KR" altLang="en-US" sz="1600" smtClean="0">
                <a:latin typeface="+mn-ea"/>
              </a:rPr>
              <a:t>장 샘플링하여 </a:t>
            </a:r>
            <a:r>
              <a:rPr lang="en-US" altLang="ko-KR" sz="1600" smtClean="0">
                <a:latin typeface="+mn-ea"/>
              </a:rPr>
              <a:t>train/test 8:2</a:t>
            </a:r>
            <a:r>
              <a:rPr lang="ko-KR" altLang="en-US" sz="1600" smtClean="0">
                <a:latin typeface="+mn-ea"/>
              </a:rPr>
              <a:t>로</a:t>
            </a:r>
            <a:r>
              <a:rPr lang="en-US" altLang="ko-KR" sz="1600" smtClean="0">
                <a:latin typeface="+mn-ea"/>
              </a:rPr>
              <a:t> </a:t>
            </a:r>
            <a:r>
              <a:rPr lang="ko-KR" altLang="en-US" sz="1600" smtClean="0">
                <a:latin typeface="+mn-ea"/>
              </a:rPr>
              <a:t>분리</a:t>
            </a:r>
            <a:endParaRPr lang="en-US" altLang="ko-KR" sz="1600" smtClean="0">
              <a:latin typeface="+mn-ea"/>
            </a:endParaRPr>
          </a:p>
          <a:p>
            <a:pPr marL="0" indent="0">
              <a:buNone/>
            </a:pPr>
            <a:endParaRPr lang="en-US" altLang="ko-KR" sz="1600" smtClean="0">
              <a:latin typeface="+mn-ea"/>
            </a:endParaRPr>
          </a:p>
          <a:p>
            <a:r>
              <a:rPr lang="ko-KR" altLang="en-US" sz="1600" smtClean="0">
                <a:latin typeface="+mn-ea"/>
              </a:rPr>
              <a:t>동일한 조건하에 </a:t>
            </a:r>
            <a:r>
              <a:rPr lang="en-US" altLang="ko-KR" sz="1600" smtClean="0">
                <a:latin typeface="+mn-ea"/>
              </a:rPr>
              <a:t>3</a:t>
            </a:r>
            <a:r>
              <a:rPr lang="ko-KR" altLang="en-US" sz="1600" smtClean="0">
                <a:latin typeface="+mn-ea"/>
              </a:rPr>
              <a:t>개 모델에 대하여 학습</a:t>
            </a:r>
            <a:endParaRPr lang="en-US" altLang="ko-KR" sz="1600" smtClean="0">
              <a:latin typeface="+mn-ea"/>
            </a:endParaRPr>
          </a:p>
          <a:p>
            <a:endParaRPr lang="en-US" altLang="ko-KR" sz="1600">
              <a:latin typeface="+mn-ea"/>
            </a:endParaRPr>
          </a:p>
          <a:p>
            <a:r>
              <a:rPr lang="ko-KR" altLang="en-US" sz="1600" smtClean="0">
                <a:latin typeface="+mn-ea"/>
              </a:rPr>
              <a:t>성능 측정 및 비교</a:t>
            </a:r>
            <a:endParaRPr lang="en-US" altLang="ko-KR" sz="1600" smtClean="0">
              <a:latin typeface="+mn-ea"/>
            </a:endParaRPr>
          </a:p>
          <a:p>
            <a:endParaRPr lang="en-US" altLang="ko-KR" sz="1600">
              <a:latin typeface="+mn-ea"/>
            </a:endParaRPr>
          </a:p>
          <a:p>
            <a:r>
              <a:rPr lang="ko-KR" altLang="en-US" sz="1600" smtClean="0">
                <a:latin typeface="+mn-ea"/>
              </a:rPr>
              <a:t>최종 시각화</a:t>
            </a:r>
            <a:endParaRPr lang="en-US" altLang="ko-KR" sz="1600" smtClean="0">
              <a:latin typeface="+mn-ea"/>
            </a:endParaRPr>
          </a:p>
          <a:p>
            <a:endParaRPr lang="ko-KR" altLang="en-US" sz="16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544857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4.</a:t>
            </a:r>
            <a:r>
              <a:rPr lang="ko-KR" altLang="en-US" smtClean="0"/>
              <a:t>실험 지표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ko-KR" altLang="en-US" sz="1600" smtClean="0">
                <a:latin typeface="+mn-ea"/>
              </a:rPr>
              <a:t>모든 모델에 대해 동일한 지표로 검증</a:t>
            </a:r>
            <a:endParaRPr lang="en-US" altLang="ko-KR" sz="1600" smtClean="0">
              <a:latin typeface="+mn-ea"/>
            </a:endParaRPr>
          </a:p>
          <a:p>
            <a:pPr lvl="1"/>
            <a:r>
              <a:rPr lang="ko-KR" altLang="en-US" sz="1200">
                <a:latin typeface="+mn-ea"/>
              </a:rPr>
              <a:t>이상 탐지 모델의 성능을 </a:t>
            </a:r>
            <a:r>
              <a:rPr lang="en-US" altLang="ko-KR" sz="1200">
                <a:latin typeface="+mn-ea"/>
              </a:rPr>
              <a:t>TP/TN/FP/FN </a:t>
            </a:r>
            <a:r>
              <a:rPr lang="ko-KR" altLang="en-US" sz="1200">
                <a:latin typeface="+mn-ea"/>
              </a:rPr>
              <a:t>기반의 </a:t>
            </a:r>
            <a:r>
              <a:rPr lang="en-US" altLang="ko-KR" sz="1200">
                <a:latin typeface="+mn-ea"/>
              </a:rPr>
              <a:t>Confusion Matrix</a:t>
            </a:r>
            <a:r>
              <a:rPr lang="ko-KR" altLang="en-US" sz="1200">
                <a:latin typeface="+mn-ea"/>
              </a:rPr>
              <a:t>와 </a:t>
            </a:r>
            <a:r>
              <a:rPr lang="en-US" altLang="ko-KR" sz="1200">
                <a:latin typeface="+mn-ea"/>
              </a:rPr>
              <a:t>AUROC, AUPRC, Precision, Recall, F1 Score</a:t>
            </a:r>
            <a:r>
              <a:rPr lang="ko-KR" altLang="en-US" sz="1200">
                <a:latin typeface="+mn-ea"/>
              </a:rPr>
              <a:t>를 </a:t>
            </a:r>
            <a:r>
              <a:rPr lang="ko-KR" altLang="en-US" sz="1200">
                <a:latin typeface="+mn-ea"/>
              </a:rPr>
              <a:t>활용하여 </a:t>
            </a:r>
            <a:r>
              <a:rPr lang="ko-KR" altLang="en-US" sz="1200" smtClean="0">
                <a:latin typeface="+mn-ea"/>
              </a:rPr>
              <a:t>평가</a:t>
            </a:r>
            <a:endParaRPr lang="en-US" altLang="ko-KR" sz="1200" smtClean="0">
              <a:latin typeface="+mn-ea"/>
            </a:endParaRPr>
          </a:p>
          <a:p>
            <a:pPr lvl="1"/>
            <a:r>
              <a:rPr lang="en-US" altLang="ko-KR" sz="1200" smtClean="0">
                <a:latin typeface="+mn-ea"/>
              </a:rPr>
              <a:t>AUROC</a:t>
            </a:r>
            <a:r>
              <a:rPr lang="ko-KR" altLang="en-US" sz="1200">
                <a:latin typeface="+mn-ea"/>
              </a:rPr>
              <a:t>와 </a:t>
            </a:r>
            <a:r>
              <a:rPr lang="en-US" altLang="ko-KR" sz="1200">
                <a:latin typeface="+mn-ea"/>
              </a:rPr>
              <a:t>AUPRC</a:t>
            </a:r>
            <a:r>
              <a:rPr lang="ko-KR" altLang="en-US" sz="1200">
                <a:latin typeface="+mn-ea"/>
              </a:rPr>
              <a:t>는 모델의 전반적인 분류 능력을 </a:t>
            </a:r>
            <a:r>
              <a:rPr lang="en-US" altLang="ko-KR" sz="1200">
                <a:latin typeface="+mn-ea"/>
              </a:rPr>
              <a:t>threshold</a:t>
            </a:r>
            <a:r>
              <a:rPr lang="ko-KR" altLang="en-US" sz="1200">
                <a:latin typeface="+mn-ea"/>
              </a:rPr>
              <a:t>와 무관하게 측정하며</a:t>
            </a:r>
            <a:r>
              <a:rPr lang="en-US" altLang="ko-KR" sz="1200">
                <a:latin typeface="+mn-ea"/>
              </a:rPr>
              <a:t>, Precision</a:t>
            </a:r>
            <a:r>
              <a:rPr lang="ko-KR" altLang="en-US" sz="1200">
                <a:latin typeface="+mn-ea"/>
              </a:rPr>
              <a:t>과 </a:t>
            </a:r>
            <a:r>
              <a:rPr lang="en-US" altLang="ko-KR" sz="1200">
                <a:latin typeface="+mn-ea"/>
              </a:rPr>
              <a:t>Recall</a:t>
            </a:r>
            <a:r>
              <a:rPr lang="ko-KR" altLang="en-US" sz="1200">
                <a:latin typeface="+mn-ea"/>
              </a:rPr>
              <a:t>은 실제 이상 탐지의 </a:t>
            </a:r>
            <a:r>
              <a:rPr lang="ko-KR" altLang="en-US" sz="1200">
                <a:latin typeface="+mn-ea"/>
              </a:rPr>
              <a:t>신뢰성과 </a:t>
            </a:r>
            <a:r>
              <a:rPr lang="ko-KR" altLang="en-US" sz="1200" smtClean="0">
                <a:latin typeface="+mn-ea"/>
              </a:rPr>
              <a:t>민감도를 나타냄</a:t>
            </a:r>
            <a:endParaRPr lang="en-US" altLang="ko-KR" sz="1200" smtClean="0">
              <a:latin typeface="+mn-ea"/>
            </a:endParaRPr>
          </a:p>
          <a:p>
            <a:pPr lvl="1"/>
            <a:r>
              <a:rPr lang="en-US" altLang="ko-KR" sz="1200">
                <a:latin typeface="+mn-ea"/>
              </a:rPr>
              <a:t>F1 Score</a:t>
            </a:r>
            <a:r>
              <a:rPr lang="ko-KR" altLang="en-US" sz="1200">
                <a:latin typeface="+mn-ea"/>
              </a:rPr>
              <a:t>는 두 지표의 균형을 나타내며</a:t>
            </a:r>
            <a:r>
              <a:rPr lang="en-US" altLang="ko-KR" sz="1200">
                <a:latin typeface="+mn-ea"/>
              </a:rPr>
              <a:t>, </a:t>
            </a:r>
            <a:r>
              <a:rPr lang="ko-KR" altLang="en-US" sz="1200">
                <a:latin typeface="+mn-ea"/>
              </a:rPr>
              <a:t>최적 </a:t>
            </a:r>
            <a:r>
              <a:rPr lang="en-US" altLang="ko-KR" sz="1200">
                <a:latin typeface="+mn-ea"/>
              </a:rPr>
              <a:t>threshold </a:t>
            </a:r>
            <a:r>
              <a:rPr lang="ko-KR" altLang="en-US" sz="1200">
                <a:latin typeface="+mn-ea"/>
              </a:rPr>
              <a:t>탐색에 </a:t>
            </a:r>
            <a:r>
              <a:rPr lang="ko-KR" altLang="en-US" sz="1200" smtClean="0">
                <a:latin typeface="+mn-ea"/>
              </a:rPr>
              <a:t>활용</a:t>
            </a:r>
            <a:endParaRPr lang="en-US" altLang="ko-KR" sz="1200" smtClean="0">
              <a:latin typeface="+mn-ea"/>
            </a:endParaRPr>
          </a:p>
          <a:p>
            <a:pPr lvl="2"/>
            <a:r>
              <a:rPr lang="en-US" altLang="ko-KR" sz="1600" smtClean="0">
                <a:latin typeface="+mn-ea"/>
              </a:rPr>
              <a:t>AUROC : </a:t>
            </a:r>
            <a:r>
              <a:rPr lang="ko-KR" altLang="en-US" sz="1600">
                <a:latin typeface="+mn-ea"/>
              </a:rPr>
              <a:t>모델이 정상과 이상을 전체적으로 얼마나 잘 </a:t>
            </a:r>
            <a:r>
              <a:rPr lang="ko-KR" altLang="en-US" sz="1600">
                <a:latin typeface="+mn-ea"/>
              </a:rPr>
              <a:t>분리하는지를 </a:t>
            </a:r>
            <a:r>
              <a:rPr lang="ko-KR" altLang="en-US" sz="1600" smtClean="0">
                <a:latin typeface="+mn-ea"/>
              </a:rPr>
              <a:t>나타내는</a:t>
            </a:r>
            <a:r>
              <a:rPr lang="en-US" altLang="ko-KR" sz="1600">
                <a:latin typeface="+mn-ea"/>
              </a:rPr>
              <a:t> </a:t>
            </a:r>
            <a:r>
              <a:rPr lang="ko-KR" altLang="en-US" sz="1600" smtClean="0">
                <a:latin typeface="+mn-ea"/>
              </a:rPr>
              <a:t>지표</a:t>
            </a:r>
            <a:endParaRPr lang="en-US" altLang="ko-KR" sz="1600" smtClean="0">
              <a:latin typeface="+mn-ea"/>
            </a:endParaRPr>
          </a:p>
          <a:p>
            <a:pPr lvl="2"/>
            <a:r>
              <a:rPr lang="en-US" altLang="ko-KR" sz="1600" smtClean="0">
                <a:latin typeface="+mn-ea"/>
              </a:rPr>
              <a:t>AUPRC : </a:t>
            </a:r>
            <a:r>
              <a:rPr lang="ko-KR" altLang="en-US" sz="1600">
                <a:latin typeface="+mn-ea"/>
              </a:rPr>
              <a:t>불균형 데이터 상황에서 모델이 이상을 얼마나 잘 탐지하고</a:t>
            </a:r>
            <a:r>
              <a:rPr lang="en-US" altLang="ko-KR" sz="1600">
                <a:latin typeface="+mn-ea"/>
              </a:rPr>
              <a:t>, </a:t>
            </a:r>
            <a:r>
              <a:rPr lang="ko-KR" altLang="en-US" sz="1600">
                <a:latin typeface="+mn-ea"/>
              </a:rPr>
              <a:t>동시에 오탐을 </a:t>
            </a:r>
            <a:r>
              <a:rPr lang="ko-KR" altLang="en-US" sz="1600">
                <a:latin typeface="+mn-ea"/>
              </a:rPr>
              <a:t>얼마나 </a:t>
            </a:r>
            <a:r>
              <a:rPr lang="ko-KR" altLang="en-US" sz="1600" smtClean="0">
                <a:latin typeface="+mn-ea"/>
              </a:rPr>
              <a:t>억제하는지 나타내는 지표</a:t>
            </a:r>
            <a:endParaRPr lang="en-US" altLang="ko-KR" sz="1600" smtClean="0">
              <a:latin typeface="+mn-ea"/>
            </a:endParaRPr>
          </a:p>
          <a:p>
            <a:pPr lvl="2"/>
            <a:r>
              <a:rPr lang="en-US" altLang="ko-KR" sz="1600" smtClean="0">
                <a:latin typeface="+mn-ea"/>
              </a:rPr>
              <a:t>Precision : </a:t>
            </a:r>
            <a:r>
              <a:rPr lang="ko-KR" altLang="en-US" sz="1600" smtClean="0">
                <a:latin typeface="+mn-ea"/>
              </a:rPr>
              <a:t>신뢰도</a:t>
            </a:r>
            <a:endParaRPr lang="en-US" altLang="ko-KR" sz="1600" smtClean="0">
              <a:latin typeface="+mn-ea"/>
            </a:endParaRPr>
          </a:p>
          <a:p>
            <a:pPr lvl="2"/>
            <a:r>
              <a:rPr lang="en-US" altLang="ko-KR" sz="1600" smtClean="0">
                <a:latin typeface="+mn-ea"/>
              </a:rPr>
              <a:t>Recall : </a:t>
            </a:r>
            <a:r>
              <a:rPr lang="ko-KR" altLang="en-US" sz="1600" smtClean="0">
                <a:latin typeface="+mn-ea"/>
              </a:rPr>
              <a:t>탐지율</a:t>
            </a:r>
            <a:endParaRPr lang="en-US" altLang="ko-KR" sz="1600">
              <a:latin typeface="+mn-ea"/>
            </a:endParaRPr>
          </a:p>
          <a:p>
            <a:pPr lvl="2"/>
            <a:r>
              <a:rPr lang="en-US" altLang="ko-KR" sz="1600" smtClean="0">
                <a:latin typeface="+mn-ea"/>
              </a:rPr>
              <a:t>Best F1 Score</a:t>
            </a:r>
          </a:p>
          <a:p>
            <a:pPr lvl="2"/>
            <a:r>
              <a:rPr lang="fr-FR" altLang="ko-KR" sz="1600">
                <a:latin typeface="+mn-ea"/>
              </a:rPr>
              <a:t>Confusion </a:t>
            </a:r>
            <a:r>
              <a:rPr lang="fr-FR" altLang="ko-KR" sz="1600">
                <a:latin typeface="+mn-ea"/>
              </a:rPr>
              <a:t>Matrix </a:t>
            </a:r>
            <a:r>
              <a:rPr lang="fr-FR" altLang="ko-KR" sz="1600" smtClean="0">
                <a:latin typeface="+mn-ea"/>
              </a:rPr>
              <a:t>(TP(</a:t>
            </a:r>
            <a:r>
              <a:rPr lang="ko-KR" altLang="en-US" sz="1600" smtClean="0">
                <a:latin typeface="+mn-ea"/>
              </a:rPr>
              <a:t>정상탐지</a:t>
            </a:r>
            <a:r>
              <a:rPr lang="en-US" altLang="ko-KR" sz="1600" smtClean="0">
                <a:latin typeface="+mn-ea"/>
              </a:rPr>
              <a:t>)</a:t>
            </a:r>
            <a:r>
              <a:rPr lang="fr-FR" altLang="ko-KR" sz="1600" smtClean="0">
                <a:latin typeface="+mn-ea"/>
              </a:rPr>
              <a:t> </a:t>
            </a:r>
            <a:r>
              <a:rPr lang="fr-FR" altLang="ko-KR" sz="1600">
                <a:latin typeface="+mn-ea"/>
              </a:rPr>
              <a:t>/ </a:t>
            </a:r>
            <a:r>
              <a:rPr lang="fr-FR" altLang="ko-KR" sz="1600" smtClean="0">
                <a:latin typeface="+mn-ea"/>
              </a:rPr>
              <a:t>TN(</a:t>
            </a:r>
            <a:r>
              <a:rPr lang="ko-KR" altLang="en-US" sz="1600" smtClean="0">
                <a:latin typeface="+mn-ea"/>
              </a:rPr>
              <a:t>정상오탐</a:t>
            </a:r>
            <a:r>
              <a:rPr lang="en-US" altLang="ko-KR" sz="1600" smtClean="0">
                <a:latin typeface="+mn-ea"/>
              </a:rPr>
              <a:t>)</a:t>
            </a:r>
            <a:r>
              <a:rPr lang="fr-FR" altLang="ko-KR" sz="1600" smtClean="0">
                <a:latin typeface="+mn-ea"/>
              </a:rPr>
              <a:t> </a:t>
            </a:r>
            <a:r>
              <a:rPr lang="fr-FR" altLang="ko-KR" sz="1600">
                <a:latin typeface="+mn-ea"/>
              </a:rPr>
              <a:t>/ </a:t>
            </a:r>
            <a:r>
              <a:rPr lang="fr-FR" altLang="ko-KR" sz="1600" smtClean="0">
                <a:latin typeface="+mn-ea"/>
              </a:rPr>
              <a:t>FP(</a:t>
            </a:r>
            <a:r>
              <a:rPr lang="ko-KR" altLang="en-US" sz="1600" smtClean="0">
                <a:latin typeface="+mn-ea"/>
              </a:rPr>
              <a:t>이상탐지</a:t>
            </a:r>
            <a:r>
              <a:rPr lang="en-US" altLang="ko-KR" sz="1600" smtClean="0">
                <a:latin typeface="+mn-ea"/>
              </a:rPr>
              <a:t>)</a:t>
            </a:r>
            <a:r>
              <a:rPr lang="fr-FR" altLang="ko-KR" sz="1600" smtClean="0">
                <a:latin typeface="+mn-ea"/>
              </a:rPr>
              <a:t> </a:t>
            </a:r>
            <a:r>
              <a:rPr lang="fr-FR" altLang="ko-KR" sz="1600">
                <a:latin typeface="+mn-ea"/>
              </a:rPr>
              <a:t>/ </a:t>
            </a:r>
            <a:r>
              <a:rPr lang="fr-FR" altLang="ko-KR" sz="1600" smtClean="0">
                <a:latin typeface="+mn-ea"/>
              </a:rPr>
              <a:t>FN(</a:t>
            </a:r>
            <a:r>
              <a:rPr lang="ko-KR" altLang="en-US" sz="1600" smtClean="0">
                <a:latin typeface="+mn-ea"/>
              </a:rPr>
              <a:t>이상오탐</a:t>
            </a:r>
            <a:r>
              <a:rPr lang="en-US" altLang="ko-KR" sz="1600" smtClean="0">
                <a:latin typeface="+mn-ea"/>
              </a:rPr>
              <a:t>)</a:t>
            </a:r>
            <a:r>
              <a:rPr lang="fr-FR" altLang="ko-KR" sz="1600" smtClean="0">
                <a:latin typeface="+mn-ea"/>
              </a:rPr>
              <a:t>)</a:t>
            </a:r>
            <a:endParaRPr lang="ko-KR" altLang="en-US" sz="16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36011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5.</a:t>
            </a:r>
            <a:r>
              <a:rPr lang="ko-KR" altLang="en-US" smtClean="0"/>
              <a:t>성능 비교</a:t>
            </a:r>
            <a:endParaRPr lang="ko-KR" altLang="en-US"/>
          </a:p>
        </p:txBody>
      </p:sp>
      <p:sp>
        <p:nvSpPr>
          <p:cNvPr id="11" name="내용 개체 틀 10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601362" y="1169773"/>
            <a:ext cx="10981038" cy="50250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4" name="내용 개체 틀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29435865"/>
              </p:ext>
            </p:extLst>
          </p:nvPr>
        </p:nvGraphicFramePr>
        <p:xfrm>
          <a:off x="601362" y="1460886"/>
          <a:ext cx="10972800" cy="37084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mtClean="0">
                          <a:latin typeface="+mn-ea"/>
                          <a:ea typeface="+mn-ea"/>
                        </a:rPr>
                        <a:t>지표</a:t>
                      </a:r>
                      <a:endParaRPr lang="ko-KR" altLang="en-US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mtClean="0">
                          <a:latin typeface="+mn-ea"/>
                          <a:ea typeface="+mn-ea"/>
                        </a:rPr>
                        <a:t>AutoEncoder</a:t>
                      </a:r>
                      <a:endParaRPr lang="ko-KR" altLang="en-US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mtClean="0">
                          <a:latin typeface="+mn-ea"/>
                          <a:ea typeface="+mn-ea"/>
                        </a:rPr>
                        <a:t>PaDiM</a:t>
                      </a:r>
                      <a:endParaRPr lang="ko-KR" altLang="en-US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mtClean="0">
                          <a:latin typeface="+mn-ea"/>
                          <a:ea typeface="+mn-ea"/>
                        </a:rPr>
                        <a:t>PatchCore</a:t>
                      </a:r>
                      <a:endParaRPr lang="ko-KR" altLang="en-US">
                        <a:latin typeface="+mn-ea"/>
                        <a:ea typeface="+mn-ea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mtClean="0">
                          <a:latin typeface="+mn-ea"/>
                          <a:ea typeface="+mn-ea"/>
                        </a:rPr>
                        <a:t>AUROC</a:t>
                      </a:r>
                      <a:endParaRPr lang="ko-KR" altLang="en-US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mtClean="0">
                          <a:latin typeface="+mn-ea"/>
                          <a:ea typeface="+mn-ea"/>
                        </a:rPr>
                        <a:t>0.8281</a:t>
                      </a:r>
                      <a:endParaRPr lang="ko-KR" altLang="en-US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mtClean="0">
                          <a:latin typeface="+mn-ea"/>
                          <a:ea typeface="+mn-ea"/>
                        </a:rPr>
                        <a:t>0.8406</a:t>
                      </a:r>
                      <a:endParaRPr lang="ko-KR" altLang="en-US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0.8731</a:t>
                      </a:r>
                      <a:endParaRPr lang="ko-KR" altLang="en-US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mtClean="0">
                          <a:latin typeface="+mn-ea"/>
                          <a:ea typeface="+mn-ea"/>
                        </a:rPr>
                        <a:t>AUPRC</a:t>
                      </a:r>
                      <a:endParaRPr lang="ko-KR" altLang="en-US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mtClean="0">
                          <a:latin typeface="+mn-ea"/>
                          <a:ea typeface="+mn-ea"/>
                        </a:rPr>
                        <a:t>0.9555</a:t>
                      </a:r>
                      <a:endParaRPr lang="ko-KR" altLang="en-US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mtClean="0">
                          <a:latin typeface="+mn-ea"/>
                          <a:ea typeface="+mn-ea"/>
                        </a:rPr>
                        <a:t>039696</a:t>
                      </a:r>
                      <a:endParaRPr lang="ko-KR" altLang="en-US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0.9750</a:t>
                      </a:r>
                      <a:endParaRPr lang="ko-KR" altLang="en-US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mtClean="0">
                          <a:latin typeface="+mn-ea"/>
                          <a:ea typeface="+mn-ea"/>
                        </a:rPr>
                        <a:t>Best F1</a:t>
                      </a:r>
                      <a:endParaRPr lang="ko-KR" altLang="en-US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0.9350</a:t>
                      </a:r>
                      <a:endParaRPr lang="ko-KR" altLang="en-US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mtClean="0">
                          <a:latin typeface="+mn-ea"/>
                          <a:ea typeface="+mn-ea"/>
                        </a:rPr>
                        <a:t>0.9266</a:t>
                      </a:r>
                      <a:endParaRPr lang="ko-KR" altLang="en-US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mtClean="0">
                          <a:latin typeface="+mn-ea"/>
                          <a:ea typeface="+mn-ea"/>
                        </a:rPr>
                        <a:t>0.9290</a:t>
                      </a:r>
                      <a:endParaRPr lang="ko-KR" altLang="en-US">
                        <a:latin typeface="+mn-ea"/>
                        <a:ea typeface="+mn-ea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mtClean="0">
                          <a:latin typeface="+mn-ea"/>
                          <a:ea typeface="+mn-ea"/>
                        </a:rPr>
                        <a:t>Precision</a:t>
                      </a:r>
                      <a:endParaRPr lang="ko-KR" altLang="en-US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0.8940</a:t>
                      </a:r>
                      <a:endParaRPr lang="ko-KR" altLang="en-US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mtClean="0">
                          <a:latin typeface="+mn-ea"/>
                          <a:ea typeface="+mn-ea"/>
                        </a:rPr>
                        <a:t>0.8632</a:t>
                      </a:r>
                      <a:endParaRPr lang="ko-KR" altLang="en-US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mtClean="0">
                          <a:latin typeface="+mn-ea"/>
                          <a:ea typeface="+mn-ea"/>
                        </a:rPr>
                        <a:t>0.8729</a:t>
                      </a:r>
                      <a:endParaRPr lang="ko-KR" altLang="en-US">
                        <a:latin typeface="+mn-ea"/>
                        <a:ea typeface="+mn-ea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mtClean="0">
                          <a:latin typeface="+mn-ea"/>
                          <a:ea typeface="+mn-ea"/>
                        </a:rPr>
                        <a:t>Recall</a:t>
                      </a:r>
                      <a:endParaRPr lang="ko-KR" altLang="en-US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mtClean="0">
                          <a:latin typeface="+mn-ea"/>
                          <a:ea typeface="+mn-ea"/>
                        </a:rPr>
                        <a:t>0.9799</a:t>
                      </a:r>
                      <a:endParaRPr lang="ko-KR" altLang="en-US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1.0000</a:t>
                      </a:r>
                      <a:endParaRPr lang="ko-KR" altLang="en-US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mtClean="0">
                          <a:latin typeface="+mn-ea"/>
                          <a:ea typeface="+mn-ea"/>
                        </a:rPr>
                        <a:t>0.9927</a:t>
                      </a:r>
                      <a:endParaRPr lang="ko-KR" altLang="en-US">
                        <a:latin typeface="+mn-ea"/>
                        <a:ea typeface="+mn-ea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mtClean="0">
                          <a:latin typeface="+mn-ea"/>
                          <a:ea typeface="+mn-ea"/>
                        </a:rPr>
                        <a:t>TP</a:t>
                      </a:r>
                      <a:endParaRPr lang="ko-KR" altLang="en-US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mtClean="0">
                          <a:latin typeface="+mn-ea"/>
                          <a:ea typeface="+mn-ea"/>
                        </a:rPr>
                        <a:t>6176</a:t>
                      </a:r>
                      <a:endParaRPr lang="ko-KR" altLang="en-US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6302</a:t>
                      </a:r>
                      <a:endParaRPr lang="ko-KR" altLang="en-US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mtClean="0">
                          <a:latin typeface="+mn-ea"/>
                          <a:ea typeface="+mn-ea"/>
                        </a:rPr>
                        <a:t>6256</a:t>
                      </a:r>
                      <a:endParaRPr lang="ko-KR" altLang="en-US">
                        <a:latin typeface="+mn-ea"/>
                        <a:ea typeface="+mn-ea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mtClean="0">
                          <a:latin typeface="+mn-ea"/>
                          <a:ea typeface="+mn-ea"/>
                        </a:rPr>
                        <a:t>TN</a:t>
                      </a:r>
                      <a:endParaRPr lang="ko-KR" altLang="en-US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mtClean="0">
                          <a:latin typeface="+mn-ea"/>
                          <a:ea typeface="+mn-ea"/>
                        </a:rPr>
                        <a:t>268</a:t>
                      </a:r>
                      <a:endParaRPr lang="ko-KR" altLang="en-US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mtClean="0">
                          <a:latin typeface="+mn-ea"/>
                          <a:ea typeface="+mn-ea"/>
                        </a:rPr>
                        <a:t>89</a:t>
                      </a:r>
                      <a:endParaRPr lang="ko-KR" altLang="en-US">
                        <a:latin typeface="+mn-ea"/>
                        <a:ea typeface="+mn-ea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mtClean="0">
                          <a:latin typeface="+mn-ea"/>
                          <a:ea typeface="+mn-ea"/>
                        </a:rPr>
                        <a:t>FP</a:t>
                      </a:r>
                      <a:endParaRPr lang="ko-KR" altLang="en-US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732</a:t>
                      </a:r>
                      <a:endParaRPr lang="ko-KR" altLang="en-US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mtClean="0">
                          <a:latin typeface="+mn-ea"/>
                          <a:ea typeface="+mn-ea"/>
                        </a:rPr>
                        <a:t>999</a:t>
                      </a:r>
                      <a:endParaRPr lang="ko-KR" altLang="en-US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mtClean="0">
                          <a:latin typeface="+mn-ea"/>
                          <a:ea typeface="+mn-ea"/>
                        </a:rPr>
                        <a:t>911</a:t>
                      </a:r>
                      <a:endParaRPr lang="ko-KR" altLang="en-US">
                        <a:latin typeface="+mn-ea"/>
                        <a:ea typeface="+mn-ea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mtClean="0">
                          <a:latin typeface="+mn-ea"/>
                          <a:ea typeface="+mn-ea"/>
                        </a:rPr>
                        <a:t>FN</a:t>
                      </a:r>
                      <a:endParaRPr lang="ko-KR" altLang="en-US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mtClean="0">
                          <a:latin typeface="+mn-ea"/>
                          <a:ea typeface="+mn-ea"/>
                        </a:rPr>
                        <a:t>127</a:t>
                      </a:r>
                      <a:endParaRPr lang="ko-KR" altLang="en-US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mtClean="0">
                          <a:latin typeface="+mn-ea"/>
                          <a:ea typeface="+mn-ea"/>
                        </a:rPr>
                        <a:t>47</a:t>
                      </a:r>
                      <a:endParaRPr lang="ko-KR" altLang="en-US">
                        <a:latin typeface="+mn-ea"/>
                        <a:ea typeface="+mn-ea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34283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601362" y="1169773"/>
            <a:ext cx="10981038" cy="50250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5.</a:t>
            </a:r>
            <a:r>
              <a:rPr lang="ko-KR" altLang="en-US" smtClean="0"/>
              <a:t>성능 비교</a:t>
            </a:r>
            <a:endParaRPr lang="ko-KR" altLang="en-US"/>
          </a:p>
        </p:txBody>
      </p:sp>
      <p:pic>
        <p:nvPicPr>
          <p:cNvPr id="4" name="그림 3"/>
          <p:cNvPicPr/>
          <p:nvPr/>
        </p:nvPicPr>
        <p:blipFill>
          <a:blip r:embed="rId2"/>
          <a:stretch>
            <a:fillRect/>
          </a:stretch>
        </p:blipFill>
        <p:spPr>
          <a:xfrm>
            <a:off x="732789" y="1246437"/>
            <a:ext cx="5201285" cy="1466850"/>
          </a:xfrm>
          <a:prstGeom prst="rect">
            <a:avLst/>
          </a:prstGeom>
        </p:spPr>
      </p:pic>
      <p:pic>
        <p:nvPicPr>
          <p:cNvPr id="5" name="그림 4"/>
          <p:cNvPicPr/>
          <p:nvPr/>
        </p:nvPicPr>
        <p:blipFill>
          <a:blip r:embed="rId3"/>
          <a:stretch>
            <a:fillRect/>
          </a:stretch>
        </p:blipFill>
        <p:spPr>
          <a:xfrm>
            <a:off x="732789" y="2914455"/>
            <a:ext cx="5201285" cy="1400175"/>
          </a:xfrm>
          <a:prstGeom prst="rect">
            <a:avLst/>
          </a:prstGeom>
        </p:spPr>
      </p:pic>
      <p:pic>
        <p:nvPicPr>
          <p:cNvPr id="6" name="그림 5"/>
          <p:cNvPicPr/>
          <p:nvPr/>
        </p:nvPicPr>
        <p:blipFill>
          <a:blip r:embed="rId4"/>
          <a:stretch>
            <a:fillRect/>
          </a:stretch>
        </p:blipFill>
        <p:spPr>
          <a:xfrm>
            <a:off x="732788" y="4515798"/>
            <a:ext cx="5201285" cy="1409700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6071286" y="2191265"/>
            <a:ext cx="3855309" cy="52202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mtClean="0"/>
              <a:t>AutoEncoder</a:t>
            </a:r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6071286" y="3792608"/>
            <a:ext cx="3855309" cy="52202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mtClean="0"/>
              <a:t>PaDiM</a:t>
            </a:r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6071286" y="5393951"/>
            <a:ext cx="3855309" cy="52202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mtClean="0"/>
              <a:t>PatchCore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55932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6.</a:t>
            </a:r>
            <a:r>
              <a:rPr lang="ko-KR" altLang="en-US" smtClean="0"/>
              <a:t>시각화</a:t>
            </a:r>
            <a:endParaRPr lang="ko-KR" altLang="en-US"/>
          </a:p>
        </p:txBody>
      </p:sp>
      <p:grpSp>
        <p:nvGrpSpPr>
          <p:cNvPr id="4" name="그룹 3"/>
          <p:cNvGrpSpPr/>
          <p:nvPr/>
        </p:nvGrpSpPr>
        <p:grpSpPr>
          <a:xfrm>
            <a:off x="49428" y="700217"/>
            <a:ext cx="12068432" cy="6153665"/>
            <a:chOff x="0" y="133779"/>
            <a:chExt cx="12192000" cy="6590442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133779"/>
              <a:ext cx="12192000" cy="6590442"/>
            </a:xfrm>
            <a:prstGeom prst="rect">
              <a:avLst/>
            </a:prstGeom>
          </p:spPr>
        </p:pic>
        <p:sp>
          <p:nvSpPr>
            <p:cNvPr id="6" name="직사각형 5"/>
            <p:cNvSpPr/>
            <p:nvPr/>
          </p:nvSpPr>
          <p:spPr>
            <a:xfrm>
              <a:off x="10017211" y="477796"/>
              <a:ext cx="1960605" cy="202650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10017211" y="2561969"/>
              <a:ext cx="1960605" cy="201827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5115697" y="2561969"/>
              <a:ext cx="1960605" cy="202650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2722605" y="2553731"/>
              <a:ext cx="1960605" cy="202650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97929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결론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</p:spPr>
        <p:txBody>
          <a:bodyPr>
            <a:normAutofit lnSpcReduction="10000"/>
          </a:bodyPr>
          <a:lstStyle/>
          <a:p>
            <a:r>
              <a:rPr lang="en-US" altLang="ko-KR" sz="1400">
                <a:latin typeface="+mn-ea"/>
              </a:rPr>
              <a:t>PatchCore</a:t>
            </a:r>
            <a:r>
              <a:rPr lang="ko-KR" altLang="en-US" sz="1400">
                <a:latin typeface="+mn-ea"/>
              </a:rPr>
              <a:t>가 </a:t>
            </a:r>
            <a:r>
              <a:rPr lang="en-US" altLang="ko-KR" sz="1400">
                <a:latin typeface="+mn-ea"/>
              </a:rPr>
              <a:t>AUROC/AUPRC </a:t>
            </a:r>
            <a:r>
              <a:rPr lang="ko-KR" altLang="en-US" sz="1400">
                <a:latin typeface="+mn-ea"/>
              </a:rPr>
              <a:t>기준 가장 뛰어나 전체 </a:t>
            </a:r>
            <a:r>
              <a:rPr lang="ko-KR" altLang="en-US" sz="1400">
                <a:latin typeface="+mn-ea"/>
              </a:rPr>
              <a:t>분리 </a:t>
            </a:r>
            <a:r>
              <a:rPr lang="ko-KR" altLang="en-US" sz="1400" smtClean="0">
                <a:latin typeface="+mn-ea"/>
              </a:rPr>
              <a:t>능력이 좋은 경향확인</a:t>
            </a:r>
            <a:endParaRPr lang="en-US" altLang="ko-KR" sz="1400" smtClean="0">
              <a:latin typeface="+mn-ea"/>
            </a:endParaRPr>
          </a:p>
          <a:p>
            <a:pPr lvl="1"/>
            <a:r>
              <a:rPr lang="en-US" altLang="ko-KR" sz="1200">
                <a:latin typeface="+mn-ea"/>
              </a:rPr>
              <a:t>Normal</a:t>
            </a:r>
            <a:r>
              <a:rPr lang="ko-KR" altLang="en-US" sz="1200">
                <a:latin typeface="+mn-ea"/>
              </a:rPr>
              <a:t>보다 </a:t>
            </a:r>
            <a:r>
              <a:rPr lang="ko-KR" altLang="en-US" sz="1200" smtClean="0">
                <a:latin typeface="+mn-ea"/>
              </a:rPr>
              <a:t>약간 다른 데이터에도 </a:t>
            </a:r>
            <a:r>
              <a:rPr lang="ko-KR" altLang="en-US" sz="1200">
                <a:latin typeface="+mn-ea"/>
              </a:rPr>
              <a:t>민감하게 </a:t>
            </a:r>
            <a:r>
              <a:rPr lang="ko-KR" altLang="en-US" sz="1200" smtClean="0">
                <a:latin typeface="+mn-ea"/>
              </a:rPr>
              <a:t>반응</a:t>
            </a:r>
            <a:endParaRPr lang="en-US" altLang="ko-KR" sz="1200" smtClean="0">
              <a:latin typeface="+mn-ea"/>
            </a:endParaRPr>
          </a:p>
          <a:p>
            <a:pPr lvl="1"/>
            <a:r>
              <a:rPr lang="ko-KR" altLang="en-US" sz="1200" smtClean="0">
                <a:latin typeface="+mn-ea"/>
              </a:rPr>
              <a:t>지표 상 안정적 성능</a:t>
            </a:r>
            <a:endParaRPr lang="en-US" altLang="ko-KR" sz="1200" smtClean="0">
              <a:latin typeface="+mn-ea"/>
            </a:endParaRPr>
          </a:p>
          <a:p>
            <a:r>
              <a:rPr lang="en-US" altLang="ko-KR" sz="1400" smtClean="0">
                <a:latin typeface="+mn-ea"/>
              </a:rPr>
              <a:t>PaDiM</a:t>
            </a:r>
            <a:r>
              <a:rPr lang="ko-KR" altLang="en-US" sz="1400">
                <a:latin typeface="+mn-ea"/>
              </a:rPr>
              <a:t>은 </a:t>
            </a:r>
            <a:r>
              <a:rPr lang="en-US" altLang="ko-KR" sz="1400">
                <a:latin typeface="+mn-ea"/>
              </a:rPr>
              <a:t>Recall=1.0</a:t>
            </a:r>
            <a:r>
              <a:rPr lang="ko-KR" altLang="en-US" sz="1400">
                <a:latin typeface="+mn-ea"/>
              </a:rPr>
              <a:t>으로 </a:t>
            </a:r>
            <a:r>
              <a:rPr lang="ko-KR" altLang="en-US" sz="1400" smtClean="0">
                <a:latin typeface="+mn-ea"/>
              </a:rPr>
              <a:t>이상데이터 감지율이 가장 높음</a:t>
            </a:r>
            <a:endParaRPr lang="en-US" altLang="ko-KR" sz="1400" smtClean="0">
              <a:latin typeface="+mn-ea"/>
            </a:endParaRPr>
          </a:p>
          <a:p>
            <a:pPr lvl="1"/>
            <a:r>
              <a:rPr lang="ko-KR" altLang="en-US" sz="1200">
                <a:latin typeface="+mn-ea"/>
              </a:rPr>
              <a:t>정상처럼 </a:t>
            </a:r>
            <a:r>
              <a:rPr lang="ko-KR" altLang="en-US" sz="1200">
                <a:latin typeface="+mn-ea"/>
              </a:rPr>
              <a:t>보이는 </a:t>
            </a:r>
            <a:r>
              <a:rPr lang="ko-KR" altLang="en-US" sz="1200" smtClean="0">
                <a:latin typeface="+mn-ea"/>
              </a:rPr>
              <a:t>패턴이라도 내부 피쳐분포가 </a:t>
            </a:r>
            <a:r>
              <a:rPr lang="ko-KR" altLang="en-US" sz="1200">
                <a:latin typeface="+mn-ea"/>
              </a:rPr>
              <a:t>조금만 </a:t>
            </a:r>
            <a:r>
              <a:rPr lang="ko-KR" altLang="en-US" sz="1200">
                <a:latin typeface="+mn-ea"/>
              </a:rPr>
              <a:t>달라지면 </a:t>
            </a:r>
            <a:r>
              <a:rPr lang="ko-KR" altLang="en-US" sz="1200" smtClean="0">
                <a:latin typeface="+mn-ea"/>
              </a:rPr>
              <a:t>이상데이터로 판단</a:t>
            </a:r>
            <a:endParaRPr lang="en-US" altLang="ko-KR" sz="1200" smtClean="0">
              <a:latin typeface="+mn-ea"/>
            </a:endParaRPr>
          </a:p>
          <a:p>
            <a:pPr lvl="1"/>
            <a:r>
              <a:rPr lang="ko-KR" altLang="en-US" sz="1200" smtClean="0">
                <a:latin typeface="+mn-ea"/>
              </a:rPr>
              <a:t>실제 이상데이터 오탐률이 가장 낮음</a:t>
            </a:r>
            <a:endParaRPr lang="en-US" altLang="ko-KR" sz="1200" smtClean="0">
              <a:latin typeface="+mn-ea"/>
            </a:endParaRPr>
          </a:p>
          <a:p>
            <a:r>
              <a:rPr lang="en-US" altLang="ko-KR" sz="1400">
                <a:latin typeface="+mn-ea"/>
              </a:rPr>
              <a:t>AutoEncoder</a:t>
            </a:r>
            <a:r>
              <a:rPr lang="ko-KR" altLang="en-US" sz="1400">
                <a:latin typeface="+mn-ea"/>
              </a:rPr>
              <a:t>는 </a:t>
            </a:r>
            <a:r>
              <a:rPr lang="en-US" altLang="ko-KR" sz="1400" smtClean="0">
                <a:latin typeface="+mn-ea"/>
              </a:rPr>
              <a:t>F1</a:t>
            </a:r>
            <a:r>
              <a:rPr lang="ko-KR" altLang="en-US" sz="1400">
                <a:latin typeface="+mn-ea"/>
              </a:rPr>
              <a:t>은 오히려 </a:t>
            </a:r>
            <a:r>
              <a:rPr lang="en-US" altLang="ko-KR" sz="1400">
                <a:latin typeface="+mn-ea"/>
              </a:rPr>
              <a:t>3</a:t>
            </a:r>
            <a:r>
              <a:rPr lang="ko-KR" altLang="en-US" sz="1400">
                <a:latin typeface="+mn-ea"/>
              </a:rPr>
              <a:t>개 </a:t>
            </a:r>
            <a:r>
              <a:rPr lang="ko-KR" altLang="en-US" sz="1400">
                <a:latin typeface="+mn-ea"/>
              </a:rPr>
              <a:t>중 </a:t>
            </a:r>
            <a:r>
              <a:rPr lang="ko-KR" altLang="en-US" sz="1400" smtClean="0">
                <a:latin typeface="+mn-ea"/>
              </a:rPr>
              <a:t>가장 높으며</a:t>
            </a:r>
            <a:r>
              <a:rPr lang="en-US" altLang="ko-KR" sz="1400" smtClean="0">
                <a:latin typeface="+mn-ea"/>
              </a:rPr>
              <a:t>, </a:t>
            </a:r>
            <a:r>
              <a:rPr lang="ko-KR" altLang="en-US" sz="1400" smtClean="0">
                <a:latin typeface="+mn-ea"/>
              </a:rPr>
              <a:t>정상</a:t>
            </a:r>
            <a:r>
              <a:rPr lang="en-US" altLang="ko-KR" sz="1400">
                <a:latin typeface="+mn-ea"/>
              </a:rPr>
              <a:t>/</a:t>
            </a:r>
            <a:r>
              <a:rPr lang="ko-KR" altLang="en-US" sz="1400">
                <a:latin typeface="+mn-ea"/>
              </a:rPr>
              <a:t>이상 경계가 뚜렷한 </a:t>
            </a:r>
            <a:r>
              <a:rPr lang="ko-KR" altLang="en-US" sz="1400">
                <a:latin typeface="+mn-ea"/>
              </a:rPr>
              <a:t>경우 </a:t>
            </a:r>
            <a:r>
              <a:rPr lang="ko-KR" altLang="en-US" sz="1400" smtClean="0">
                <a:latin typeface="+mn-ea"/>
              </a:rPr>
              <a:t>성능이 보장되는듯 함</a:t>
            </a:r>
            <a:endParaRPr lang="en-US" altLang="ko-KR" sz="1400" smtClean="0">
              <a:latin typeface="+mn-ea"/>
            </a:endParaRPr>
          </a:p>
          <a:p>
            <a:pPr lvl="1"/>
            <a:r>
              <a:rPr lang="ko-KR" altLang="en-US" sz="1200">
                <a:latin typeface="+mn-ea"/>
              </a:rPr>
              <a:t>밝기</a:t>
            </a:r>
            <a:r>
              <a:rPr lang="en-US" altLang="ko-KR" sz="1200">
                <a:latin typeface="+mn-ea"/>
              </a:rPr>
              <a:t>/</a:t>
            </a:r>
            <a:r>
              <a:rPr lang="ko-KR" altLang="en-US" sz="1200">
                <a:latin typeface="+mn-ea"/>
              </a:rPr>
              <a:t>색조가 </a:t>
            </a:r>
            <a:r>
              <a:rPr lang="ko-KR" altLang="en-US" sz="1200">
                <a:latin typeface="+mn-ea"/>
              </a:rPr>
              <a:t>조금만 </a:t>
            </a:r>
            <a:r>
              <a:rPr lang="ko-KR" altLang="en-US" sz="1200" smtClean="0">
                <a:latin typeface="+mn-ea"/>
              </a:rPr>
              <a:t>변해도 오탐 발생</a:t>
            </a:r>
            <a:endParaRPr lang="en-US" altLang="ko-KR" sz="1200" smtClean="0">
              <a:latin typeface="+mn-ea"/>
            </a:endParaRPr>
          </a:p>
          <a:p>
            <a:pPr lvl="1"/>
            <a:r>
              <a:rPr lang="ko-KR" altLang="en-US" sz="1200" smtClean="0">
                <a:latin typeface="+mn-ea"/>
              </a:rPr>
              <a:t>학습데이터가 많을 경우 탐지율 향상 예상</a:t>
            </a:r>
            <a:endParaRPr lang="en-US" altLang="ko-KR" sz="1200" smtClean="0">
              <a:latin typeface="+mn-ea"/>
            </a:endParaRPr>
          </a:p>
          <a:p>
            <a:pPr lvl="1"/>
            <a:endParaRPr lang="en-US" altLang="ko-KR" sz="1000">
              <a:latin typeface="+mn-ea"/>
            </a:endParaRPr>
          </a:p>
          <a:p>
            <a:r>
              <a:rPr lang="ko-KR" altLang="en-US" sz="1400" smtClean="0">
                <a:latin typeface="+mn-ea"/>
              </a:rPr>
              <a:t>최종결론</a:t>
            </a:r>
            <a:endParaRPr lang="en-US" altLang="ko-KR" sz="1400" smtClean="0">
              <a:latin typeface="+mn-ea"/>
            </a:endParaRPr>
          </a:p>
          <a:p>
            <a:pPr lvl="1"/>
            <a:r>
              <a:rPr lang="en-US" altLang="ko-KR" sz="1600">
                <a:latin typeface="+mn-ea"/>
              </a:rPr>
              <a:t>PaDiM, PatchCore, AutoEncoder </a:t>
            </a:r>
            <a:r>
              <a:rPr lang="ko-KR" altLang="en-US" sz="1600">
                <a:latin typeface="+mn-ea"/>
              </a:rPr>
              <a:t>세 가지 이상탐지 모델을 동일한 </a:t>
            </a:r>
            <a:r>
              <a:rPr lang="ko-KR" altLang="en-US" sz="1600">
                <a:latin typeface="+mn-ea"/>
              </a:rPr>
              <a:t>조건에서 </a:t>
            </a:r>
            <a:r>
              <a:rPr lang="ko-KR" altLang="en-US" sz="1600" smtClean="0">
                <a:latin typeface="+mn-ea"/>
              </a:rPr>
              <a:t>비교함</a:t>
            </a:r>
            <a:r>
              <a:rPr lang="en-US" altLang="ko-KR" sz="1600">
                <a:latin typeface="+mn-ea"/>
              </a:rPr>
              <a:t/>
            </a:r>
            <a:br>
              <a:rPr lang="en-US" altLang="ko-KR" sz="1600">
                <a:latin typeface="+mn-ea"/>
              </a:rPr>
            </a:br>
            <a:r>
              <a:rPr lang="ko-KR" altLang="en-US" sz="1600">
                <a:latin typeface="+mn-ea"/>
              </a:rPr>
              <a:t>정량적 성능에서는 </a:t>
            </a:r>
            <a:r>
              <a:rPr lang="en-US" altLang="ko-KR" sz="1600">
                <a:latin typeface="+mn-ea"/>
              </a:rPr>
              <a:t>PatchCore</a:t>
            </a:r>
            <a:r>
              <a:rPr lang="ko-KR" altLang="en-US" sz="1600">
                <a:latin typeface="+mn-ea"/>
              </a:rPr>
              <a:t>가 </a:t>
            </a:r>
            <a:r>
              <a:rPr lang="en-US" altLang="ko-KR" sz="1600">
                <a:latin typeface="+mn-ea"/>
              </a:rPr>
              <a:t>AUROC/AUPRC </a:t>
            </a:r>
            <a:r>
              <a:rPr lang="ko-KR" altLang="en-US" sz="1600">
                <a:latin typeface="+mn-ea"/>
              </a:rPr>
              <a:t>기준 가장 뛰어나 </a:t>
            </a:r>
            <a:r>
              <a:rPr lang="ko-KR" altLang="en-US" sz="1600">
                <a:latin typeface="+mn-ea"/>
              </a:rPr>
              <a:t>전반적인 </a:t>
            </a:r>
            <a:r>
              <a:rPr lang="ko-KR" altLang="en-US" sz="1600" smtClean="0">
                <a:latin typeface="+mn-ea"/>
              </a:rPr>
              <a:t>이상데이터 </a:t>
            </a:r>
            <a:r>
              <a:rPr lang="ko-KR" altLang="en-US" sz="1600">
                <a:latin typeface="+mn-ea"/>
              </a:rPr>
              <a:t>능력이 </a:t>
            </a:r>
            <a:r>
              <a:rPr lang="ko-KR" altLang="en-US" sz="1600" smtClean="0">
                <a:latin typeface="+mn-ea"/>
              </a:rPr>
              <a:t>우수</a:t>
            </a:r>
            <a:r>
              <a:rPr lang="en-US" altLang="ko-KR" sz="1600">
                <a:latin typeface="+mn-ea"/>
              </a:rPr>
              <a:t/>
            </a:r>
            <a:br>
              <a:rPr lang="en-US" altLang="ko-KR" sz="1600">
                <a:latin typeface="+mn-ea"/>
              </a:rPr>
            </a:br>
            <a:r>
              <a:rPr lang="en-US" altLang="ko-KR" sz="1600">
                <a:latin typeface="+mn-ea"/>
              </a:rPr>
              <a:t>PaDiM</a:t>
            </a:r>
            <a:r>
              <a:rPr lang="ko-KR" altLang="en-US" sz="1600">
                <a:latin typeface="+mn-ea"/>
              </a:rPr>
              <a:t>은 </a:t>
            </a:r>
            <a:r>
              <a:rPr lang="en-US" altLang="ko-KR" sz="1600">
                <a:latin typeface="+mn-ea"/>
              </a:rPr>
              <a:t>Recall</a:t>
            </a:r>
            <a:r>
              <a:rPr lang="ko-KR" altLang="en-US" sz="1600">
                <a:latin typeface="+mn-ea"/>
              </a:rPr>
              <a:t>이 </a:t>
            </a:r>
            <a:r>
              <a:rPr lang="en-US" altLang="ko-KR" sz="1600">
                <a:latin typeface="+mn-ea"/>
              </a:rPr>
              <a:t>1.0</a:t>
            </a:r>
            <a:r>
              <a:rPr lang="ko-KR" altLang="en-US" sz="1600">
                <a:latin typeface="+mn-ea"/>
              </a:rPr>
              <a:t>으로 </a:t>
            </a:r>
            <a:r>
              <a:rPr lang="ko-KR" altLang="en-US" sz="1600" smtClean="0">
                <a:latin typeface="+mn-ea"/>
              </a:rPr>
              <a:t>이상데이터를 </a:t>
            </a:r>
            <a:r>
              <a:rPr lang="ko-KR" altLang="en-US" sz="1600">
                <a:latin typeface="+mn-ea"/>
              </a:rPr>
              <a:t>단 한 건도 놓치지 않는 안전성 </a:t>
            </a:r>
            <a:r>
              <a:rPr lang="ko-KR" altLang="en-US" sz="1600">
                <a:latin typeface="+mn-ea"/>
              </a:rPr>
              <a:t>중심 </a:t>
            </a:r>
            <a:r>
              <a:rPr lang="ko-KR" altLang="en-US" sz="1600" smtClean="0">
                <a:latin typeface="+mn-ea"/>
              </a:rPr>
              <a:t>모델임을 확인</a:t>
            </a:r>
            <a:r>
              <a:rPr lang="en-US" altLang="ko-KR" sz="1600">
                <a:latin typeface="+mn-ea"/>
              </a:rPr>
              <a:t/>
            </a:r>
            <a:br>
              <a:rPr lang="en-US" altLang="ko-KR" sz="1600">
                <a:latin typeface="+mn-ea"/>
              </a:rPr>
            </a:br>
            <a:r>
              <a:rPr lang="en-US" altLang="ko-KR" sz="1600">
                <a:latin typeface="+mn-ea"/>
              </a:rPr>
              <a:t>AutoEncoder</a:t>
            </a:r>
            <a:r>
              <a:rPr lang="ko-KR" altLang="en-US" sz="1600">
                <a:latin typeface="+mn-ea"/>
              </a:rPr>
              <a:t>는 </a:t>
            </a:r>
            <a:r>
              <a:rPr lang="en-US" altLang="ko-KR" sz="1600">
                <a:latin typeface="+mn-ea"/>
              </a:rPr>
              <a:t>FP</a:t>
            </a:r>
            <a:r>
              <a:rPr lang="ko-KR" altLang="en-US" sz="1600">
                <a:latin typeface="+mn-ea"/>
              </a:rPr>
              <a:t>가 가장 </a:t>
            </a:r>
            <a:r>
              <a:rPr lang="ko-KR" altLang="en-US" sz="1600">
                <a:latin typeface="+mn-ea"/>
              </a:rPr>
              <a:t>적어 </a:t>
            </a:r>
            <a:r>
              <a:rPr lang="ko-KR" altLang="en-US" sz="1600" smtClean="0">
                <a:latin typeface="+mn-ea"/>
              </a:rPr>
              <a:t>보수적인 성능</a:t>
            </a:r>
            <a:r>
              <a:rPr lang="en-US" altLang="ko-KR" sz="1600" smtClean="0">
                <a:latin typeface="+mn-ea"/>
              </a:rPr>
              <a:t>, </a:t>
            </a:r>
            <a:r>
              <a:rPr lang="ko-KR" altLang="en-US" sz="1600">
                <a:latin typeface="+mn-ea"/>
              </a:rPr>
              <a:t>단순 구조 대비 </a:t>
            </a:r>
            <a:r>
              <a:rPr lang="ko-KR" altLang="en-US" sz="1600">
                <a:latin typeface="+mn-ea"/>
              </a:rPr>
              <a:t>효율적이지만 </a:t>
            </a:r>
            <a:r>
              <a:rPr lang="ko-KR" altLang="en-US" sz="1600" smtClean="0">
                <a:latin typeface="+mn-ea"/>
              </a:rPr>
              <a:t>미세한 이상데이터를 </a:t>
            </a:r>
            <a:r>
              <a:rPr lang="ko-KR" altLang="en-US" sz="1600">
                <a:latin typeface="+mn-ea"/>
              </a:rPr>
              <a:t>놓칠 </a:t>
            </a:r>
            <a:r>
              <a:rPr lang="ko-KR" altLang="en-US" sz="1600">
                <a:latin typeface="+mn-ea"/>
              </a:rPr>
              <a:t>가능성이 </a:t>
            </a:r>
            <a:r>
              <a:rPr lang="ko-KR" altLang="en-US" sz="1600" smtClean="0">
                <a:latin typeface="+mn-ea"/>
              </a:rPr>
              <a:t>있음</a:t>
            </a:r>
            <a:r>
              <a:rPr lang="en-US" altLang="ko-KR" sz="1600" smtClean="0">
                <a:latin typeface="+mn-ea"/>
              </a:rPr>
              <a:t/>
            </a:r>
            <a:br>
              <a:rPr lang="en-US" altLang="ko-KR" sz="1600" smtClean="0">
                <a:latin typeface="+mn-ea"/>
              </a:rPr>
            </a:br>
            <a:r>
              <a:rPr lang="en-US" altLang="ko-KR" sz="1600" smtClean="0">
                <a:latin typeface="+mn-ea"/>
              </a:rPr>
              <a:t/>
            </a:r>
            <a:br>
              <a:rPr lang="en-US" altLang="ko-KR" sz="1600" smtClean="0">
                <a:latin typeface="+mn-ea"/>
              </a:rPr>
            </a:br>
            <a:r>
              <a:rPr lang="ko-KR" altLang="en-US" sz="1600" smtClean="0">
                <a:latin typeface="+mn-ea"/>
              </a:rPr>
              <a:t>실험에서는 </a:t>
            </a:r>
            <a:r>
              <a:rPr lang="en-US" altLang="ko-KR" sz="1600">
                <a:latin typeface="+mn-ea"/>
              </a:rPr>
              <a:t>PatchCore </a:t>
            </a:r>
            <a:r>
              <a:rPr lang="ko-KR" altLang="en-US" sz="1600" smtClean="0">
                <a:latin typeface="+mn-ea"/>
              </a:rPr>
              <a:t>가 가장 균형잡힌 성능치를 보였으나 실제 데이터 실험 시각화를 통하여 보았을때는</a:t>
            </a:r>
            <a:r>
              <a:rPr lang="en-US" altLang="ko-KR" sz="1600" smtClean="0">
                <a:latin typeface="+mn-ea"/>
              </a:rPr>
              <a:t/>
            </a:r>
            <a:br>
              <a:rPr lang="en-US" altLang="ko-KR" sz="1600" smtClean="0">
                <a:latin typeface="+mn-ea"/>
              </a:rPr>
            </a:br>
            <a:r>
              <a:rPr lang="en-US" altLang="ko-KR" sz="1600" smtClean="0">
                <a:latin typeface="+mn-ea"/>
              </a:rPr>
              <a:t>PaDiM</a:t>
            </a:r>
            <a:r>
              <a:rPr lang="ko-KR" altLang="en-US" sz="1600" smtClean="0">
                <a:latin typeface="+mn-ea"/>
              </a:rPr>
              <a:t>이 가장 탐지율이 뛰어난것을 확인함</a:t>
            </a:r>
            <a:r>
              <a:rPr lang="en-US" altLang="ko-KR" sz="1600" smtClean="0">
                <a:latin typeface="+mn-ea"/>
              </a:rPr>
              <a:t/>
            </a:r>
            <a:br>
              <a:rPr lang="en-US" altLang="ko-KR" sz="1600" smtClean="0">
                <a:latin typeface="+mn-ea"/>
              </a:rPr>
            </a:br>
            <a:r>
              <a:rPr lang="en-US" altLang="ko-KR" sz="1600" smtClean="0">
                <a:latin typeface="+mn-ea"/>
              </a:rPr>
              <a:t/>
            </a:r>
            <a:br>
              <a:rPr lang="en-US" altLang="ko-KR" sz="1600" smtClean="0">
                <a:latin typeface="+mn-ea"/>
              </a:rPr>
            </a:br>
            <a:r>
              <a:rPr lang="ko-KR" altLang="en-US" sz="1600" smtClean="0">
                <a:latin typeface="+mn-ea"/>
              </a:rPr>
              <a:t>실험환경 상 총 </a:t>
            </a:r>
            <a:r>
              <a:rPr lang="en-US" altLang="ko-KR" sz="1600" smtClean="0">
                <a:latin typeface="+mn-ea"/>
              </a:rPr>
              <a:t>30</a:t>
            </a:r>
            <a:r>
              <a:rPr lang="ko-KR" altLang="en-US" sz="1600" smtClean="0">
                <a:latin typeface="+mn-ea"/>
              </a:rPr>
              <a:t>만장에 달하는 데이터를 모두 사용하지 못해</a:t>
            </a:r>
            <a:r>
              <a:rPr lang="en-US" altLang="ko-KR" sz="1600" smtClean="0">
                <a:latin typeface="+mn-ea"/>
              </a:rPr>
              <a:t>,</a:t>
            </a:r>
            <a:r>
              <a:rPr lang="ko-KR" altLang="en-US" sz="1600" smtClean="0">
                <a:latin typeface="+mn-ea"/>
              </a:rPr>
              <a:t> 샘플링을 이용하여 최소한의 조건으로 실험 하여</a:t>
            </a:r>
            <a:r>
              <a:rPr lang="en-US" altLang="ko-KR" sz="1600" smtClean="0">
                <a:latin typeface="+mn-ea"/>
              </a:rPr>
              <a:t/>
            </a:r>
            <a:br>
              <a:rPr lang="en-US" altLang="ko-KR" sz="1600" smtClean="0">
                <a:latin typeface="+mn-ea"/>
              </a:rPr>
            </a:br>
            <a:r>
              <a:rPr lang="ko-KR" altLang="en-US" sz="1600" smtClean="0">
                <a:latin typeface="+mn-ea"/>
              </a:rPr>
              <a:t>각 모델 별 경향성만 실험으로 확인함</a:t>
            </a:r>
            <a:endParaRPr lang="ko-KR" altLang="en-US" sz="10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02379936"/>
      </p:ext>
    </p:extLst>
  </p:cSld>
  <p:clrMapOvr>
    <a:masterClrMapping/>
  </p:clrMapOvr>
</p:sld>
</file>

<file path=ppt/theme/theme1.xml><?xml version="1.0" encoding="utf-8"?>
<a:theme xmlns:a="http://schemas.openxmlformats.org/drawingml/2006/main" name="New_Korea03">
  <a:themeElements>
    <a:clrScheme name="Korea03">
      <a:dk1>
        <a:srgbClr val="000000"/>
      </a:dk1>
      <a:lt1>
        <a:srgbClr val="FFFFFF"/>
      </a:lt1>
      <a:dk2>
        <a:srgbClr val="0362B9"/>
      </a:dk2>
      <a:lt2>
        <a:srgbClr val="BCE7FA"/>
      </a:lt2>
      <a:accent1>
        <a:srgbClr val="3DB5DB"/>
      </a:accent1>
      <a:accent2>
        <a:srgbClr val="DF9B29"/>
      </a:accent2>
      <a:accent3>
        <a:srgbClr val="6699FF"/>
      </a:accent3>
      <a:accent4>
        <a:srgbClr val="D361AA"/>
      </a:accent4>
      <a:accent5>
        <a:srgbClr val="A3D75D"/>
      </a:accent5>
      <a:accent6>
        <a:srgbClr val="D36161"/>
      </a:accent6>
      <a:hlink>
        <a:srgbClr val="FF9933"/>
      </a:hlink>
      <a:folHlink>
        <a:srgbClr val="FF3399"/>
      </a:folHlink>
    </a:clrScheme>
    <a:fontScheme name="Korea03">
      <a:majorFont>
        <a:latin typeface="Corbel"/>
        <a:ea typeface=""/>
        <a:cs typeface=""/>
        <a:font script="Jpan" typeface="HG創英角ｺﾞｼｯｸUB"/>
        <a:font script="Hang" typeface="맑은 고딕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w Cen MT"/>
        <a:ea typeface=""/>
        <a:cs typeface=""/>
        <a:font script="Jpan" typeface="HGｺﾞｼｯｸE"/>
        <a:font script="Hang" typeface="휴먼모음T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Korea03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hade val="100000"/>
                <a:satMod val="115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rgbClr val="000000">
                <a:alpha val="48000"/>
              </a:srgbClr>
            </a:outerShdw>
          </a:effectLst>
        </a:effectStyle>
        <a:effectStyle>
          <a:effectLst>
            <a:outerShdw blurRad="57150" dist="38100" dir="5400000" algn="ctr" rotWithShape="0">
              <a:srgbClr val="000000">
                <a:alpha val="48000"/>
              </a:srgbClr>
            </a:outerShdw>
          </a:effectLst>
        </a:effectStyle>
        <a:effectStyle>
          <a:effectLst>
            <a:outerShdw blurRad="57150" dist="3810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우주 테마</Template>
  <TotalTime>1320</TotalTime>
  <Words>490</Words>
  <Application>Microsoft Office PowerPoint</Application>
  <PresentationFormat>와이드스크린</PresentationFormat>
  <Paragraphs>152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8" baseType="lpstr">
      <vt:lpstr>맑은 고딕</vt:lpstr>
      <vt:lpstr>휴먼모음T</vt:lpstr>
      <vt:lpstr>Arial</vt:lpstr>
      <vt:lpstr>Corbel</vt:lpstr>
      <vt:lpstr>Tw Cen MT</vt:lpstr>
      <vt:lpstr>Wingdings</vt:lpstr>
      <vt:lpstr>Wingdings 2</vt:lpstr>
      <vt:lpstr>New_Korea03</vt:lpstr>
      <vt:lpstr>패턴인식 – 교량 외관이상 데이터</vt:lpstr>
      <vt:lpstr>1. 연구/실험 개요</vt:lpstr>
      <vt:lpstr>1. 연구/실험 개요</vt:lpstr>
      <vt:lpstr>2.실험 모델</vt:lpstr>
      <vt:lpstr>3.실험 진행 순서</vt:lpstr>
      <vt:lpstr>4.실험 지표</vt:lpstr>
      <vt:lpstr>5.성능 비교</vt:lpstr>
      <vt:lpstr>5.성능 비교</vt:lpstr>
      <vt:lpstr>6.시각화</vt:lpstr>
      <vt:lpstr>결론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추연교</dc:creator>
  <cp:lastModifiedBy>추연교</cp:lastModifiedBy>
  <cp:revision>12</cp:revision>
  <dcterms:created xsi:type="dcterms:W3CDTF">2025-12-06T14:49:31Z</dcterms:created>
  <dcterms:modified xsi:type="dcterms:W3CDTF">2025-12-07T12:49:35Z</dcterms:modified>
</cp:coreProperties>
</file>